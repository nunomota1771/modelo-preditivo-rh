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76" r:id="rId3"/>
    <p:sldId id="279" r:id="rId4"/>
    <p:sldId id="257" r:id="rId5"/>
    <p:sldId id="258" r:id="rId6"/>
    <p:sldId id="259" r:id="rId7"/>
    <p:sldId id="262" r:id="rId8"/>
    <p:sldId id="281" r:id="rId9"/>
    <p:sldId id="260" r:id="rId10"/>
    <p:sldId id="298" r:id="rId11"/>
    <p:sldId id="292" r:id="rId12"/>
    <p:sldId id="264" r:id="rId13"/>
    <p:sldId id="289" r:id="rId14"/>
    <p:sldId id="265" r:id="rId15"/>
    <p:sldId id="266" r:id="rId16"/>
    <p:sldId id="268" r:id="rId17"/>
    <p:sldId id="295" r:id="rId18"/>
    <p:sldId id="267" r:id="rId19"/>
    <p:sldId id="269" r:id="rId20"/>
    <p:sldId id="297" r:id="rId21"/>
    <p:sldId id="271" r:id="rId22"/>
    <p:sldId id="299" r:id="rId2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0" userDrawn="1">
          <p15:clr>
            <a:srgbClr val="A4A3A4"/>
          </p15:clr>
        </p15:guide>
        <p15:guide id="2" pos="3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473" autoAdjust="0"/>
  </p:normalViewPr>
  <p:slideViewPr>
    <p:cSldViewPr snapToGrid="0">
      <p:cViewPr varScale="1">
        <p:scale>
          <a:sx n="98" d="100"/>
          <a:sy n="98" d="100"/>
        </p:scale>
        <p:origin x="1038" y="78"/>
      </p:cViewPr>
      <p:guideLst>
        <p:guide orient="horz" pos="640"/>
        <p:guide pos="39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Carvalho" userId="eb2df96cebe4ede4" providerId="LiveId" clId="{AE273D63-6EC7-4186-B401-A09C4DBE42E3}"/>
    <pc:docChg chg="undo custSel addSld delSld modSld">
      <pc:chgData name="Miguel Carvalho" userId="eb2df96cebe4ede4" providerId="LiveId" clId="{AE273D63-6EC7-4186-B401-A09C4DBE42E3}" dt="2026-10-22T16:00:10.073" v="435" actId="403"/>
      <pc:docMkLst>
        <pc:docMk/>
      </pc:docMkLst>
      <pc:sldChg chg="delSp mod">
        <pc:chgData name="Miguel Carvalho" userId="eb2df96cebe4ede4" providerId="LiveId" clId="{AE273D63-6EC7-4186-B401-A09C4DBE42E3}" dt="2026-10-22T15:31:33.987" v="77" actId="478"/>
        <pc:sldMkLst>
          <pc:docMk/>
          <pc:sldMk cId="1985861229" sldId="256"/>
        </pc:sldMkLst>
        <pc:spChg chg="del">
          <ac:chgData name="Miguel Carvalho" userId="eb2df96cebe4ede4" providerId="LiveId" clId="{AE273D63-6EC7-4186-B401-A09C4DBE42E3}" dt="2026-10-22T15:31:33.987" v="77" actId="478"/>
          <ac:spMkLst>
            <pc:docMk/>
            <pc:sldMk cId="1985861229" sldId="256"/>
            <ac:spMk id="2" creationId="{A81B8359-D370-4261-98E3-4E3C7CD5A40B}"/>
          </ac:spMkLst>
        </pc:spChg>
      </pc:sldChg>
      <pc:sldChg chg="modSp mod">
        <pc:chgData name="Miguel Carvalho" userId="eb2df96cebe4ede4" providerId="LiveId" clId="{AE273D63-6EC7-4186-B401-A09C4DBE42E3}" dt="2026-10-22T15:41:09.591" v="151" actId="1076"/>
        <pc:sldMkLst>
          <pc:docMk/>
          <pc:sldMk cId="1730109442" sldId="257"/>
        </pc:sldMkLst>
        <pc:spChg chg="mod">
          <ac:chgData name="Miguel Carvalho" userId="eb2df96cebe4ede4" providerId="LiveId" clId="{AE273D63-6EC7-4186-B401-A09C4DBE42E3}" dt="2026-10-22T15:28:42.442" v="27" actId="1037"/>
          <ac:spMkLst>
            <pc:docMk/>
            <pc:sldMk cId="1730109442" sldId="257"/>
            <ac:spMk id="4" creationId="{F67B0834-FECE-4750-A1A6-B28443941E9B}"/>
          </ac:spMkLst>
        </pc:spChg>
        <pc:spChg chg="mod">
          <ac:chgData name="Miguel Carvalho" userId="eb2df96cebe4ede4" providerId="LiveId" clId="{AE273D63-6EC7-4186-B401-A09C4DBE42E3}" dt="2026-10-22T15:41:09.591" v="151" actId="1076"/>
          <ac:spMkLst>
            <pc:docMk/>
            <pc:sldMk cId="1730109442" sldId="257"/>
            <ac:spMk id="44" creationId="{3E95AB28-5B9F-4B12-85A3-0FF9C3DF7FCE}"/>
          </ac:spMkLst>
        </pc:spChg>
      </pc:sldChg>
      <pc:sldChg chg="modSp mod modNotesTx">
        <pc:chgData name="Miguel Carvalho" userId="eb2df96cebe4ede4" providerId="LiveId" clId="{AE273D63-6EC7-4186-B401-A09C4DBE42E3}" dt="2026-10-22T15:43:47.997" v="256" actId="14100"/>
        <pc:sldMkLst>
          <pc:docMk/>
          <pc:sldMk cId="694770295" sldId="258"/>
        </pc:sldMkLst>
        <pc:spChg chg="mod">
          <ac:chgData name="Miguel Carvalho" userId="eb2df96cebe4ede4" providerId="LiveId" clId="{AE273D63-6EC7-4186-B401-A09C4DBE42E3}" dt="2026-10-22T15:43:47.997" v="256" actId="14100"/>
          <ac:spMkLst>
            <pc:docMk/>
            <pc:sldMk cId="694770295" sldId="258"/>
            <ac:spMk id="14" creationId="{692AE808-3FF7-42F1-A89B-3D8172ECA644}"/>
          </ac:spMkLst>
        </pc:spChg>
      </pc:sldChg>
      <pc:sldChg chg="modNotesTx">
        <pc:chgData name="Miguel Carvalho" userId="eb2df96cebe4ede4" providerId="LiveId" clId="{AE273D63-6EC7-4186-B401-A09C4DBE42E3}" dt="2026-10-22T15:46:42.683" v="258" actId="20577"/>
        <pc:sldMkLst>
          <pc:docMk/>
          <pc:sldMk cId="1553666798" sldId="264"/>
        </pc:sldMkLst>
      </pc:sldChg>
      <pc:sldChg chg="delSp modSp mod">
        <pc:chgData name="Miguel Carvalho" userId="eb2df96cebe4ede4" providerId="LiveId" clId="{AE273D63-6EC7-4186-B401-A09C4DBE42E3}" dt="2026-10-22T15:27:26.032" v="12" actId="478"/>
        <pc:sldMkLst>
          <pc:docMk/>
          <pc:sldMk cId="97135070" sldId="265"/>
        </pc:sldMkLst>
        <pc:spChg chg="del">
          <ac:chgData name="Miguel Carvalho" userId="eb2df96cebe4ede4" providerId="LiveId" clId="{AE273D63-6EC7-4186-B401-A09C4DBE42E3}" dt="2026-10-22T15:27:26.032" v="12" actId="478"/>
          <ac:spMkLst>
            <pc:docMk/>
            <pc:sldMk cId="97135070" sldId="265"/>
            <ac:spMk id="2" creationId="{608021C8-CFB3-4358-B909-52F45F5982AD}"/>
          </ac:spMkLst>
        </pc:spChg>
        <pc:spChg chg="mod">
          <ac:chgData name="Miguel Carvalho" userId="eb2df96cebe4ede4" providerId="LiveId" clId="{AE273D63-6EC7-4186-B401-A09C4DBE42E3}" dt="2026-10-22T15:27:17.591" v="10" actId="1076"/>
          <ac:spMkLst>
            <pc:docMk/>
            <pc:sldMk cId="97135070" sldId="265"/>
            <ac:spMk id="3" creationId="{D5A31372-FAB6-4D82-AB6A-2913D6EB22A2}"/>
          </ac:spMkLst>
        </pc:spChg>
        <pc:spChg chg="mod">
          <ac:chgData name="Miguel Carvalho" userId="eb2df96cebe4ede4" providerId="LiveId" clId="{AE273D63-6EC7-4186-B401-A09C4DBE42E3}" dt="2026-10-22T15:27:21.722" v="11" actId="14100"/>
          <ac:spMkLst>
            <pc:docMk/>
            <pc:sldMk cId="97135070" sldId="265"/>
            <ac:spMk id="6" creationId="{90FA368A-6E20-49E7-894A-CA1CE5AEED37}"/>
          </ac:spMkLst>
        </pc:spChg>
      </pc:sldChg>
      <pc:sldChg chg="modSp mod modNotesTx">
        <pc:chgData name="Miguel Carvalho" userId="eb2df96cebe4ede4" providerId="LiveId" clId="{AE273D63-6EC7-4186-B401-A09C4DBE42E3}" dt="2026-10-22T15:49:03.875" v="351" actId="6549"/>
        <pc:sldMkLst>
          <pc:docMk/>
          <pc:sldMk cId="286779024" sldId="266"/>
        </pc:sldMkLst>
        <pc:spChg chg="mod">
          <ac:chgData name="Miguel Carvalho" userId="eb2df96cebe4ede4" providerId="LiveId" clId="{AE273D63-6EC7-4186-B401-A09C4DBE42E3}" dt="2026-10-22T15:27:31.887" v="13" actId="1076"/>
          <ac:spMkLst>
            <pc:docMk/>
            <pc:sldMk cId="286779024" sldId="266"/>
            <ac:spMk id="3" creationId="{7E0522FE-0CAD-4A54-82EE-7D634F66E18F}"/>
          </ac:spMkLst>
        </pc:spChg>
        <pc:spChg chg="mod">
          <ac:chgData name="Miguel Carvalho" userId="eb2df96cebe4ede4" providerId="LiveId" clId="{AE273D63-6EC7-4186-B401-A09C4DBE42E3}" dt="2026-10-22T15:29:03.422" v="32" actId="1036"/>
          <ac:spMkLst>
            <pc:docMk/>
            <pc:sldMk cId="286779024" sldId="266"/>
            <ac:spMk id="4" creationId="{26D347BE-5ADC-4C73-9985-D8C60AE97050}"/>
          </ac:spMkLst>
        </pc:spChg>
        <pc:spChg chg="mod">
          <ac:chgData name="Miguel Carvalho" userId="eb2df96cebe4ede4" providerId="LiveId" clId="{AE273D63-6EC7-4186-B401-A09C4DBE42E3}" dt="2026-10-22T15:28:08.317" v="22" actId="1076"/>
          <ac:spMkLst>
            <pc:docMk/>
            <pc:sldMk cId="286779024" sldId="266"/>
            <ac:spMk id="7" creationId="{987789C0-F515-4D46-AB04-A0EEBA0F958B}"/>
          </ac:spMkLst>
        </pc:spChg>
        <pc:spChg chg="mod">
          <ac:chgData name="Miguel Carvalho" userId="eb2df96cebe4ede4" providerId="LiveId" clId="{AE273D63-6EC7-4186-B401-A09C4DBE42E3}" dt="2026-10-22T15:28:08.317" v="22" actId="1076"/>
          <ac:spMkLst>
            <pc:docMk/>
            <pc:sldMk cId="286779024" sldId="266"/>
            <ac:spMk id="8" creationId="{DFEA5E3C-97A4-46BB-890C-AB6F7D40989E}"/>
          </ac:spMkLst>
        </pc:spChg>
        <pc:spChg chg="mod">
          <ac:chgData name="Miguel Carvalho" userId="eb2df96cebe4ede4" providerId="LiveId" clId="{AE273D63-6EC7-4186-B401-A09C4DBE42E3}" dt="2026-10-22T15:28:08.317" v="22" actId="1076"/>
          <ac:spMkLst>
            <pc:docMk/>
            <pc:sldMk cId="286779024" sldId="266"/>
            <ac:spMk id="9" creationId="{02C004F0-70D4-4193-B32D-6BB2795450F3}"/>
          </ac:spMkLst>
        </pc:spChg>
        <pc:spChg chg="mod">
          <ac:chgData name="Miguel Carvalho" userId="eb2df96cebe4ede4" providerId="LiveId" clId="{AE273D63-6EC7-4186-B401-A09C4DBE42E3}" dt="2026-10-22T15:28:08.317" v="22" actId="1076"/>
          <ac:spMkLst>
            <pc:docMk/>
            <pc:sldMk cId="286779024" sldId="266"/>
            <ac:spMk id="10" creationId="{1DC02C91-F904-4061-8D15-22913CFC4C2D}"/>
          </ac:spMkLst>
        </pc:spChg>
        <pc:spChg chg="mod">
          <ac:chgData name="Miguel Carvalho" userId="eb2df96cebe4ede4" providerId="LiveId" clId="{AE273D63-6EC7-4186-B401-A09C4DBE42E3}" dt="2026-10-22T15:28:08.317" v="22" actId="1076"/>
          <ac:spMkLst>
            <pc:docMk/>
            <pc:sldMk cId="286779024" sldId="266"/>
            <ac:spMk id="11" creationId="{66F80B7B-8BF2-49CD-A039-CFC5227206E8}"/>
          </ac:spMkLst>
        </pc:spChg>
        <pc:spChg chg="mod">
          <ac:chgData name="Miguel Carvalho" userId="eb2df96cebe4ede4" providerId="LiveId" clId="{AE273D63-6EC7-4186-B401-A09C4DBE42E3}" dt="2026-10-22T15:28:08.317" v="22" actId="1076"/>
          <ac:spMkLst>
            <pc:docMk/>
            <pc:sldMk cId="286779024" sldId="266"/>
            <ac:spMk id="12" creationId="{AAF9331C-E3C5-440C-878E-63D40438F909}"/>
          </ac:spMkLst>
        </pc:spChg>
        <pc:spChg chg="mod">
          <ac:chgData name="Miguel Carvalho" userId="eb2df96cebe4ede4" providerId="LiveId" clId="{AE273D63-6EC7-4186-B401-A09C4DBE42E3}" dt="2026-10-22T15:28:08.317" v="22" actId="1076"/>
          <ac:spMkLst>
            <pc:docMk/>
            <pc:sldMk cId="286779024" sldId="266"/>
            <ac:spMk id="13" creationId="{E6F20307-B23A-4C41-B7FE-70CEA0C5D4E9}"/>
          </ac:spMkLst>
        </pc:spChg>
        <pc:spChg chg="mod">
          <ac:chgData name="Miguel Carvalho" userId="eb2df96cebe4ede4" providerId="LiveId" clId="{AE273D63-6EC7-4186-B401-A09C4DBE42E3}" dt="2026-10-22T15:28:08.317" v="22" actId="1076"/>
          <ac:spMkLst>
            <pc:docMk/>
            <pc:sldMk cId="286779024" sldId="266"/>
            <ac:spMk id="14" creationId="{43EE9F87-A6A1-4A6F-A680-B5D2E49D2DC7}"/>
          </ac:spMkLst>
        </pc:spChg>
        <pc:spChg chg="mod">
          <ac:chgData name="Miguel Carvalho" userId="eb2df96cebe4ede4" providerId="LiveId" clId="{AE273D63-6EC7-4186-B401-A09C4DBE42E3}" dt="2026-10-22T15:28:08.317" v="22" actId="1076"/>
          <ac:spMkLst>
            <pc:docMk/>
            <pc:sldMk cId="286779024" sldId="266"/>
            <ac:spMk id="15" creationId="{AD588BD2-464D-43EA-B21F-0B6621934583}"/>
          </ac:spMkLst>
        </pc:spChg>
        <pc:spChg chg="mod">
          <ac:chgData name="Miguel Carvalho" userId="eb2df96cebe4ede4" providerId="LiveId" clId="{AE273D63-6EC7-4186-B401-A09C4DBE42E3}" dt="2026-10-22T15:28:08.317" v="22" actId="1076"/>
          <ac:spMkLst>
            <pc:docMk/>
            <pc:sldMk cId="286779024" sldId="266"/>
            <ac:spMk id="16" creationId="{A5947A8A-2553-4FAD-B453-2ECD1D59E263}"/>
          </ac:spMkLst>
        </pc:spChg>
        <pc:spChg chg="mod">
          <ac:chgData name="Miguel Carvalho" userId="eb2df96cebe4ede4" providerId="LiveId" clId="{AE273D63-6EC7-4186-B401-A09C4DBE42E3}" dt="2026-10-22T15:27:55.997" v="20" actId="14100"/>
          <ac:spMkLst>
            <pc:docMk/>
            <pc:sldMk cId="286779024" sldId="266"/>
            <ac:spMk id="18" creationId="{54C0B19A-F88B-471E-81B6-D9FF6D5FEB03}"/>
          </ac:spMkLst>
        </pc:spChg>
        <pc:spChg chg="mod">
          <ac:chgData name="Miguel Carvalho" userId="eb2df96cebe4ede4" providerId="LiveId" clId="{AE273D63-6EC7-4186-B401-A09C4DBE42E3}" dt="2026-10-22T15:28:01.127" v="21" actId="14100"/>
          <ac:spMkLst>
            <pc:docMk/>
            <pc:sldMk cId="286779024" sldId="266"/>
            <ac:spMk id="20" creationId="{19C76E6C-C939-4C3D-B2F2-13C6710A3E25}"/>
          </ac:spMkLst>
        </pc:spChg>
        <pc:spChg chg="mod">
          <ac:chgData name="Miguel Carvalho" userId="eb2df96cebe4ede4" providerId="LiveId" clId="{AE273D63-6EC7-4186-B401-A09C4DBE42E3}" dt="2026-10-22T15:29:00.582" v="29" actId="1036"/>
          <ac:spMkLst>
            <pc:docMk/>
            <pc:sldMk cId="286779024" sldId="266"/>
            <ac:spMk id="24" creationId="{DF5E78D0-7FB8-8811-5DB2-C12085432E50}"/>
          </ac:spMkLst>
        </pc:spChg>
      </pc:sldChg>
      <pc:sldChg chg="modSp mod">
        <pc:chgData name="Miguel Carvalho" userId="eb2df96cebe4ede4" providerId="LiveId" clId="{AE273D63-6EC7-4186-B401-A09C4DBE42E3}" dt="2026-10-22T15:29:46.061" v="42" actId="1076"/>
        <pc:sldMkLst>
          <pc:docMk/>
          <pc:sldMk cId="1085859240" sldId="267"/>
        </pc:sldMkLst>
        <pc:spChg chg="mod">
          <ac:chgData name="Miguel Carvalho" userId="eb2df96cebe4ede4" providerId="LiveId" clId="{AE273D63-6EC7-4186-B401-A09C4DBE42E3}" dt="2026-10-22T15:29:46.061" v="42" actId="1076"/>
          <ac:spMkLst>
            <pc:docMk/>
            <pc:sldMk cId="1085859240" sldId="267"/>
            <ac:spMk id="3" creationId="{4BDB9F50-05D0-4D5E-9190-CC2624DB2E5E}"/>
          </ac:spMkLst>
        </pc:spChg>
      </pc:sldChg>
      <pc:sldChg chg="modSp mod modNotesTx">
        <pc:chgData name="Miguel Carvalho" userId="eb2df96cebe4ede4" providerId="LiveId" clId="{AE273D63-6EC7-4186-B401-A09C4DBE42E3}" dt="2026-10-22T15:50:41.307" v="352" actId="20577"/>
        <pc:sldMkLst>
          <pc:docMk/>
          <pc:sldMk cId="1229764913" sldId="268"/>
        </pc:sldMkLst>
        <pc:spChg chg="mod">
          <ac:chgData name="Miguel Carvalho" userId="eb2df96cebe4ede4" providerId="LiveId" clId="{AE273D63-6EC7-4186-B401-A09C4DBE42E3}" dt="2026-10-22T15:29:33.402" v="38" actId="1036"/>
          <ac:spMkLst>
            <pc:docMk/>
            <pc:sldMk cId="1229764913" sldId="268"/>
            <ac:spMk id="3" creationId="{3075C1DC-2BF0-4E6A-A133-A12ECDF92E61}"/>
          </ac:spMkLst>
        </pc:spChg>
        <pc:spChg chg="mod">
          <ac:chgData name="Miguel Carvalho" userId="eb2df96cebe4ede4" providerId="LiveId" clId="{AE273D63-6EC7-4186-B401-A09C4DBE42E3}" dt="2026-10-22T15:29:13.472" v="34" actId="1076"/>
          <ac:spMkLst>
            <pc:docMk/>
            <pc:sldMk cId="1229764913" sldId="268"/>
            <ac:spMk id="4" creationId="{89AAA969-577A-40E3-A973-E055AD0CDB9D}"/>
          </ac:spMkLst>
        </pc:spChg>
      </pc:sldChg>
      <pc:sldChg chg="addSp delSp modSp mod">
        <pc:chgData name="Miguel Carvalho" userId="eb2df96cebe4ede4" providerId="LiveId" clId="{AE273D63-6EC7-4186-B401-A09C4DBE42E3}" dt="2026-10-22T15:30:09.217" v="47" actId="478"/>
        <pc:sldMkLst>
          <pc:docMk/>
          <pc:sldMk cId="759447881" sldId="269"/>
        </pc:sldMkLst>
        <pc:spChg chg="del">
          <ac:chgData name="Miguel Carvalho" userId="eb2df96cebe4ede4" providerId="LiveId" clId="{AE273D63-6EC7-4186-B401-A09C4DBE42E3}" dt="2026-10-22T15:29:54.567" v="45" actId="478"/>
          <ac:spMkLst>
            <pc:docMk/>
            <pc:sldMk cId="759447881" sldId="269"/>
            <ac:spMk id="2" creationId="{15D76DA8-B807-4463-B3DB-BEDAB241DB09}"/>
          </ac:spMkLst>
        </pc:spChg>
        <pc:spChg chg="mod">
          <ac:chgData name="Miguel Carvalho" userId="eb2df96cebe4ede4" providerId="LiveId" clId="{AE273D63-6EC7-4186-B401-A09C4DBE42E3}" dt="2026-10-22T15:29:51.797" v="44" actId="1038"/>
          <ac:spMkLst>
            <pc:docMk/>
            <pc:sldMk cId="759447881" sldId="269"/>
            <ac:spMk id="3" creationId="{A516C804-9DF9-4822-BC8F-36924C94AB15}"/>
          </ac:spMkLst>
        </pc:spChg>
        <pc:spChg chg="del">
          <ac:chgData name="Miguel Carvalho" userId="eb2df96cebe4ede4" providerId="LiveId" clId="{AE273D63-6EC7-4186-B401-A09C4DBE42E3}" dt="2026-10-22T15:30:09.217" v="47" actId="478"/>
          <ac:spMkLst>
            <pc:docMk/>
            <pc:sldMk cId="759447881" sldId="269"/>
            <ac:spMk id="5" creationId="{19F20038-2A74-4C18-9C16-885444CE5244}"/>
          </ac:spMkLst>
        </pc:spChg>
        <pc:spChg chg="add">
          <ac:chgData name="Miguel Carvalho" userId="eb2df96cebe4ede4" providerId="LiveId" clId="{AE273D63-6EC7-4186-B401-A09C4DBE42E3}" dt="2026-10-22T15:30:06.660" v="46" actId="22"/>
          <ac:spMkLst>
            <pc:docMk/>
            <pc:sldMk cId="759447881" sldId="269"/>
            <ac:spMk id="15" creationId="{F8997A51-43DF-506C-8006-9CD5C44DF7E3}"/>
          </ac:spMkLst>
        </pc:spChg>
      </pc:sldChg>
      <pc:sldChg chg="addSp delSp modSp mod">
        <pc:chgData name="Miguel Carvalho" userId="eb2df96cebe4ede4" providerId="LiveId" clId="{AE273D63-6EC7-4186-B401-A09C4DBE42E3}" dt="2026-10-22T16:00:10.073" v="435" actId="403"/>
        <pc:sldMkLst>
          <pc:docMk/>
          <pc:sldMk cId="1286604359" sldId="271"/>
        </pc:sldMkLst>
        <pc:spChg chg="del">
          <ac:chgData name="Miguel Carvalho" userId="eb2df96cebe4ede4" providerId="LiveId" clId="{AE273D63-6EC7-4186-B401-A09C4DBE42E3}" dt="2026-10-22T15:56:42.789" v="422" actId="478"/>
          <ac:spMkLst>
            <pc:docMk/>
            <pc:sldMk cId="1286604359" sldId="271"/>
            <ac:spMk id="2" creationId="{A5C73F75-F274-4BCE-AEAB-88C0A15BBF32}"/>
          </ac:spMkLst>
        </pc:spChg>
        <pc:spChg chg="mod">
          <ac:chgData name="Miguel Carvalho" userId="eb2df96cebe4ede4" providerId="LiveId" clId="{AE273D63-6EC7-4186-B401-A09C4DBE42E3}" dt="2026-10-22T15:56:47.758" v="423" actId="6549"/>
          <ac:spMkLst>
            <pc:docMk/>
            <pc:sldMk cId="1286604359" sldId="271"/>
            <ac:spMk id="4" creationId="{1A209F24-195D-42AD-9CDB-3E9E3B986A80}"/>
          </ac:spMkLst>
        </pc:spChg>
        <pc:spChg chg="add del">
          <ac:chgData name="Miguel Carvalho" userId="eb2df96cebe4ede4" providerId="LiveId" clId="{AE273D63-6EC7-4186-B401-A09C4DBE42E3}" dt="2026-10-22T15:57:06.513" v="427" actId="478"/>
          <ac:spMkLst>
            <pc:docMk/>
            <pc:sldMk cId="1286604359" sldId="271"/>
            <ac:spMk id="5" creationId="{6C90E0CF-DE0E-4C11-AB40-A7BCC5D98A33}"/>
          </ac:spMkLst>
        </pc:spChg>
        <pc:spChg chg="del">
          <ac:chgData name="Miguel Carvalho" userId="eb2df96cebe4ede4" providerId="LiveId" clId="{AE273D63-6EC7-4186-B401-A09C4DBE42E3}" dt="2026-10-22T15:56:36.489" v="420" actId="478"/>
          <ac:spMkLst>
            <pc:docMk/>
            <pc:sldMk cId="1286604359" sldId="271"/>
            <ac:spMk id="6" creationId="{8457613A-3C3B-4AE3-8D1C-E4CBA2B21110}"/>
          </ac:spMkLst>
        </pc:spChg>
        <pc:spChg chg="del">
          <ac:chgData name="Miguel Carvalho" userId="eb2df96cebe4ede4" providerId="LiveId" clId="{AE273D63-6EC7-4186-B401-A09C4DBE42E3}" dt="2026-10-22T15:56:36.489" v="420" actId="478"/>
          <ac:spMkLst>
            <pc:docMk/>
            <pc:sldMk cId="1286604359" sldId="271"/>
            <ac:spMk id="7" creationId="{97103DF9-6D07-42EE-83E9-D20BB8E0C7DE}"/>
          </ac:spMkLst>
        </pc:spChg>
        <pc:spChg chg="del">
          <ac:chgData name="Miguel Carvalho" userId="eb2df96cebe4ede4" providerId="LiveId" clId="{AE273D63-6EC7-4186-B401-A09C4DBE42E3}" dt="2026-10-22T15:56:36.489" v="420" actId="478"/>
          <ac:spMkLst>
            <pc:docMk/>
            <pc:sldMk cId="1286604359" sldId="271"/>
            <ac:spMk id="8" creationId="{3CDF32AD-17AC-4F1B-9E64-F274F0A422D7}"/>
          </ac:spMkLst>
        </pc:spChg>
        <pc:spChg chg="del">
          <ac:chgData name="Miguel Carvalho" userId="eb2df96cebe4ede4" providerId="LiveId" clId="{AE273D63-6EC7-4186-B401-A09C4DBE42E3}" dt="2026-10-22T15:56:36.489" v="420" actId="478"/>
          <ac:spMkLst>
            <pc:docMk/>
            <pc:sldMk cId="1286604359" sldId="271"/>
            <ac:spMk id="9" creationId="{A1FB15B8-92B6-4F0C-B00C-AA30C4FCC1D9}"/>
          </ac:spMkLst>
        </pc:spChg>
        <pc:spChg chg="del">
          <ac:chgData name="Miguel Carvalho" userId="eb2df96cebe4ede4" providerId="LiveId" clId="{AE273D63-6EC7-4186-B401-A09C4DBE42E3}" dt="2026-10-22T15:56:40.998" v="421" actId="478"/>
          <ac:spMkLst>
            <pc:docMk/>
            <pc:sldMk cId="1286604359" sldId="271"/>
            <ac:spMk id="10" creationId="{894A066E-5B0D-4ABD-B626-FE2E3D498B59}"/>
          </ac:spMkLst>
        </pc:spChg>
        <pc:spChg chg="mod">
          <ac:chgData name="Miguel Carvalho" userId="eb2df96cebe4ede4" providerId="LiveId" clId="{AE273D63-6EC7-4186-B401-A09C4DBE42E3}" dt="2026-10-22T15:56:30.268" v="419" actId="20577"/>
          <ac:spMkLst>
            <pc:docMk/>
            <pc:sldMk cId="1286604359" sldId="271"/>
            <ac:spMk id="11" creationId="{C41120E6-2880-4C03-A12C-5AB433E7B73E}"/>
          </ac:spMkLst>
        </pc:spChg>
        <pc:spChg chg="add mod">
          <ac:chgData name="Miguel Carvalho" userId="eb2df96cebe4ede4" providerId="LiveId" clId="{AE273D63-6EC7-4186-B401-A09C4DBE42E3}" dt="2026-10-22T16:00:10.073" v="435" actId="403"/>
          <ac:spMkLst>
            <pc:docMk/>
            <pc:sldMk cId="1286604359" sldId="271"/>
            <ac:spMk id="13" creationId="{87CA69E3-0998-0FA0-0967-D57F08559155}"/>
          </ac:spMkLst>
        </pc:spChg>
      </pc:sldChg>
      <pc:sldChg chg="modSp mod">
        <pc:chgData name="Miguel Carvalho" userId="eb2df96cebe4ede4" providerId="LiveId" clId="{AE273D63-6EC7-4186-B401-A09C4DBE42E3}" dt="2026-10-22T15:42:34.072" v="156" actId="1076"/>
        <pc:sldMkLst>
          <pc:docMk/>
          <pc:sldMk cId="4180573972" sldId="276"/>
        </pc:sldMkLst>
        <pc:spChg chg="mod">
          <ac:chgData name="Miguel Carvalho" userId="eb2df96cebe4ede4" providerId="LiveId" clId="{AE273D63-6EC7-4186-B401-A09C4DBE42E3}" dt="2026-10-22T15:33:10.967" v="82" actId="2711"/>
          <ac:spMkLst>
            <pc:docMk/>
            <pc:sldMk cId="4180573972" sldId="276"/>
            <ac:spMk id="3" creationId="{F1138557-39E2-650A-6F1D-E1BEEE62B0AF}"/>
          </ac:spMkLst>
        </pc:spChg>
        <pc:spChg chg="mod">
          <ac:chgData name="Miguel Carvalho" userId="eb2df96cebe4ede4" providerId="LiveId" clId="{AE273D63-6EC7-4186-B401-A09C4DBE42E3}" dt="2026-10-22T15:42:27.180" v="154" actId="1076"/>
          <ac:spMkLst>
            <pc:docMk/>
            <pc:sldMk cId="4180573972" sldId="276"/>
            <ac:spMk id="86" creationId="{80E18400-F9CE-C8AE-2E60-AEAC6ED9A5AF}"/>
          </ac:spMkLst>
        </pc:spChg>
        <pc:spChg chg="mod">
          <ac:chgData name="Miguel Carvalho" userId="eb2df96cebe4ede4" providerId="LiveId" clId="{AE273D63-6EC7-4186-B401-A09C4DBE42E3}" dt="2026-10-22T15:42:34.072" v="156" actId="1076"/>
          <ac:spMkLst>
            <pc:docMk/>
            <pc:sldMk cId="4180573972" sldId="276"/>
            <ac:spMk id="87" creationId="{B95A827A-F31A-EBE3-712B-6D9246C12FFD}"/>
          </ac:spMkLst>
        </pc:spChg>
        <pc:spChg chg="mod">
          <ac:chgData name="Miguel Carvalho" userId="eb2df96cebe4ede4" providerId="LiveId" clId="{AE273D63-6EC7-4186-B401-A09C4DBE42E3}" dt="2026-10-22T15:42:29.677" v="155" actId="1076"/>
          <ac:spMkLst>
            <pc:docMk/>
            <pc:sldMk cId="4180573972" sldId="276"/>
            <ac:spMk id="89" creationId="{56269931-CDAA-7555-A55B-2C9C5CF17FE6}"/>
          </ac:spMkLst>
        </pc:spChg>
      </pc:sldChg>
      <pc:sldChg chg="addSp delSp modSp mod">
        <pc:chgData name="Miguel Carvalho" userId="eb2df96cebe4ede4" providerId="LiveId" clId="{AE273D63-6EC7-4186-B401-A09C4DBE42E3}" dt="2026-10-22T15:39:56.912" v="150" actId="20577"/>
        <pc:sldMkLst>
          <pc:docMk/>
          <pc:sldMk cId="993466696" sldId="279"/>
        </pc:sldMkLst>
        <pc:spChg chg="mod">
          <ac:chgData name="Miguel Carvalho" userId="eb2df96cebe4ede4" providerId="LiveId" clId="{AE273D63-6EC7-4186-B401-A09C4DBE42E3}" dt="2026-10-22T15:39:56.912" v="150" actId="20577"/>
          <ac:spMkLst>
            <pc:docMk/>
            <pc:sldMk cId="993466696" sldId="279"/>
            <ac:spMk id="3" creationId="{08C1402E-2A20-4694-ABA3-CD28E289D033}"/>
          </ac:spMkLst>
        </pc:spChg>
        <pc:spChg chg="mod">
          <ac:chgData name="Miguel Carvalho" userId="eb2df96cebe4ede4" providerId="LiveId" clId="{AE273D63-6EC7-4186-B401-A09C4DBE42E3}" dt="2026-10-22T15:28:37.972" v="26" actId="403"/>
          <ac:spMkLst>
            <pc:docMk/>
            <pc:sldMk cId="993466696" sldId="279"/>
            <ac:spMk id="4" creationId="{AB30BD79-DBF0-4EF3-947D-CA31D07F509B}"/>
          </ac:spMkLst>
        </pc:spChg>
        <pc:spChg chg="add del mod">
          <ac:chgData name="Miguel Carvalho" userId="eb2df96cebe4ede4" providerId="LiveId" clId="{AE273D63-6EC7-4186-B401-A09C4DBE42E3}" dt="2026-10-22T15:38:00.497" v="91" actId="478"/>
          <ac:spMkLst>
            <pc:docMk/>
            <pc:sldMk cId="993466696" sldId="279"/>
            <ac:spMk id="21" creationId="{9C15E5AD-05BE-1A03-B757-D7EE9D7BBBEE}"/>
          </ac:spMkLst>
        </pc:spChg>
        <pc:picChg chg="add del mod">
          <ac:chgData name="Miguel Carvalho" userId="eb2df96cebe4ede4" providerId="LiveId" clId="{AE273D63-6EC7-4186-B401-A09C4DBE42E3}" dt="2026-10-22T15:39:54.307" v="147" actId="478"/>
          <ac:picMkLst>
            <pc:docMk/>
            <pc:sldMk cId="993466696" sldId="279"/>
            <ac:picMk id="18" creationId="{7A8FFE47-AC81-1516-7E54-DE86B44C9101}"/>
          </ac:picMkLst>
        </pc:picChg>
        <pc:picChg chg="add del mod">
          <ac:chgData name="Miguel Carvalho" userId="eb2df96cebe4ede4" providerId="LiveId" clId="{AE273D63-6EC7-4186-B401-A09C4DBE42E3}" dt="2026-10-22T15:39:54.307" v="147" actId="478"/>
          <ac:picMkLst>
            <pc:docMk/>
            <pc:sldMk cId="993466696" sldId="279"/>
            <ac:picMk id="20" creationId="{A327B6D5-1E0D-90CF-E234-202569C0F053}"/>
          </ac:picMkLst>
        </pc:picChg>
        <pc:picChg chg="add del mod">
          <ac:chgData name="Miguel Carvalho" userId="eb2df96cebe4ede4" providerId="LiveId" clId="{AE273D63-6EC7-4186-B401-A09C4DBE42E3}" dt="2026-10-22T15:39:54.307" v="147" actId="478"/>
          <ac:picMkLst>
            <pc:docMk/>
            <pc:sldMk cId="993466696" sldId="279"/>
            <ac:picMk id="23" creationId="{494361FC-47AC-8C88-04CA-B4043F911DE2}"/>
          </ac:picMkLst>
        </pc:picChg>
      </pc:sldChg>
      <pc:sldChg chg="modSp mod">
        <pc:chgData name="Miguel Carvalho" userId="eb2df96cebe4ede4" providerId="LiveId" clId="{AE273D63-6EC7-4186-B401-A09C4DBE42E3}" dt="2026-10-22T15:33:24.839" v="83" actId="2711"/>
        <pc:sldMkLst>
          <pc:docMk/>
          <pc:sldMk cId="2689975215" sldId="281"/>
        </pc:sldMkLst>
        <pc:spChg chg="mod">
          <ac:chgData name="Miguel Carvalho" userId="eb2df96cebe4ede4" providerId="LiveId" clId="{AE273D63-6EC7-4186-B401-A09C4DBE42E3}" dt="2026-10-22T15:33:24.839" v="83" actId="2711"/>
          <ac:spMkLst>
            <pc:docMk/>
            <pc:sldMk cId="2689975215" sldId="281"/>
            <ac:spMk id="3" creationId="{AFB74D2B-B940-CA02-48A8-76FEEA4C995A}"/>
          </ac:spMkLst>
        </pc:spChg>
      </pc:sldChg>
      <pc:sldChg chg="delSp modSp mod modNotesTx">
        <pc:chgData name="Miguel Carvalho" userId="eb2df96cebe4ede4" providerId="LiveId" clId="{AE273D63-6EC7-4186-B401-A09C4DBE42E3}" dt="2026-10-22T15:47:55.540" v="350" actId="6549"/>
        <pc:sldMkLst>
          <pc:docMk/>
          <pc:sldMk cId="1157104165" sldId="289"/>
        </pc:sldMkLst>
        <pc:spChg chg="del">
          <ac:chgData name="Miguel Carvalho" userId="eb2df96cebe4ede4" providerId="LiveId" clId="{AE273D63-6EC7-4186-B401-A09C4DBE42E3}" dt="2026-10-22T15:27:04.127" v="9" actId="478"/>
          <ac:spMkLst>
            <pc:docMk/>
            <pc:sldMk cId="1157104165" sldId="289"/>
            <ac:spMk id="2" creationId="{D9BA2ADA-DD83-418F-BD91-BFB1CB38F41C}"/>
          </ac:spMkLst>
        </pc:spChg>
        <pc:spChg chg="mod">
          <ac:chgData name="Miguel Carvalho" userId="eb2df96cebe4ede4" providerId="LiveId" clId="{AE273D63-6EC7-4186-B401-A09C4DBE42E3}" dt="2026-10-22T15:33:35.887" v="84" actId="2711"/>
          <ac:spMkLst>
            <pc:docMk/>
            <pc:sldMk cId="1157104165" sldId="289"/>
            <ac:spMk id="3" creationId="{E17EB6E9-B032-41BE-A170-C92110240053}"/>
          </ac:spMkLst>
        </pc:spChg>
        <pc:spChg chg="mod">
          <ac:chgData name="Miguel Carvalho" userId="eb2df96cebe4ede4" providerId="LiveId" clId="{AE273D63-6EC7-4186-B401-A09C4DBE42E3}" dt="2026-10-22T15:26:46.877" v="1" actId="1076"/>
          <ac:spMkLst>
            <pc:docMk/>
            <pc:sldMk cId="1157104165" sldId="289"/>
            <ac:spMk id="4" creationId="{5293D254-5D1A-432C-915D-EF0D71A57A19}"/>
          </ac:spMkLst>
        </pc:spChg>
        <pc:spChg chg="mod">
          <ac:chgData name="Miguel Carvalho" userId="eb2df96cebe4ede4" providerId="LiveId" clId="{AE273D63-6EC7-4186-B401-A09C4DBE42E3}" dt="2026-10-22T15:26:56.502" v="8" actId="1076"/>
          <ac:spMkLst>
            <pc:docMk/>
            <pc:sldMk cId="1157104165" sldId="289"/>
            <ac:spMk id="6" creationId="{8499B9C0-548D-40AA-BCD9-C249B0CB1F68}"/>
          </ac:spMkLst>
        </pc:spChg>
        <pc:spChg chg="mod">
          <ac:chgData name="Miguel Carvalho" userId="eb2df96cebe4ede4" providerId="LiveId" clId="{AE273D63-6EC7-4186-B401-A09C4DBE42E3}" dt="2026-10-22T15:26:54.690" v="7" actId="1076"/>
          <ac:spMkLst>
            <pc:docMk/>
            <pc:sldMk cId="1157104165" sldId="289"/>
            <ac:spMk id="7" creationId="{19CDF8CA-7C23-463D-83C8-065A0B2F7047}"/>
          </ac:spMkLst>
        </pc:spChg>
      </pc:sldChg>
      <pc:sldChg chg="modSp mod">
        <pc:chgData name="Miguel Carvalho" userId="eb2df96cebe4ede4" providerId="LiveId" clId="{AE273D63-6EC7-4186-B401-A09C4DBE42E3}" dt="2026-10-22T15:32:19.268" v="79" actId="1035"/>
        <pc:sldMkLst>
          <pc:docMk/>
          <pc:sldMk cId="2601866700" sldId="292"/>
        </pc:sldMkLst>
        <pc:spChg chg="mod">
          <ac:chgData name="Miguel Carvalho" userId="eb2df96cebe4ede4" providerId="LiveId" clId="{AE273D63-6EC7-4186-B401-A09C4DBE42E3}" dt="2026-10-22T15:32:19.268" v="79" actId="1035"/>
          <ac:spMkLst>
            <pc:docMk/>
            <pc:sldMk cId="2601866700" sldId="292"/>
            <ac:spMk id="2" creationId="{F3C8B192-4C80-4FC3-8023-B2099ED3B7F4}"/>
          </ac:spMkLst>
        </pc:spChg>
      </pc:sldChg>
      <pc:sldChg chg="modSp mod">
        <pc:chgData name="Miguel Carvalho" userId="eb2df96cebe4ede4" providerId="LiveId" clId="{AE273D63-6EC7-4186-B401-A09C4DBE42E3}" dt="2026-10-22T15:29:37.977" v="40" actId="1035"/>
        <pc:sldMkLst>
          <pc:docMk/>
          <pc:sldMk cId="1934147139" sldId="295"/>
        </pc:sldMkLst>
        <pc:spChg chg="mod">
          <ac:chgData name="Miguel Carvalho" userId="eb2df96cebe4ede4" providerId="LiveId" clId="{AE273D63-6EC7-4186-B401-A09C4DBE42E3}" dt="2026-10-22T15:29:37.977" v="40" actId="1035"/>
          <ac:spMkLst>
            <pc:docMk/>
            <pc:sldMk cId="1934147139" sldId="295"/>
            <ac:spMk id="2" creationId="{4D326EBB-F390-48EB-BF86-E5FCE2B3946D}"/>
          </ac:spMkLst>
        </pc:spChg>
        <pc:spChg chg="mod">
          <ac:chgData name="Miguel Carvalho" userId="eb2df96cebe4ede4" providerId="LiveId" clId="{AE273D63-6EC7-4186-B401-A09C4DBE42E3}" dt="2026-10-22T15:29:21.027" v="36" actId="1035"/>
          <ac:spMkLst>
            <pc:docMk/>
            <pc:sldMk cId="1934147139" sldId="295"/>
            <ac:spMk id="3" creationId="{7C6C19C3-6BE8-4B68-B9D2-59237153DD5D}"/>
          </ac:spMkLst>
        </pc:spChg>
      </pc:sldChg>
      <pc:sldChg chg="modSp mod">
        <pc:chgData name="Miguel Carvalho" userId="eb2df96cebe4ede4" providerId="LiveId" clId="{AE273D63-6EC7-4186-B401-A09C4DBE42E3}" dt="2026-10-22T15:30:37.670" v="75" actId="1038"/>
        <pc:sldMkLst>
          <pc:docMk/>
          <pc:sldMk cId="1472181986" sldId="297"/>
        </pc:sldMkLst>
        <pc:spChg chg="mod">
          <ac:chgData name="Miguel Carvalho" userId="eb2df96cebe4ede4" providerId="LiveId" clId="{AE273D63-6EC7-4186-B401-A09C4DBE42E3}" dt="2026-10-22T15:30:20.221" v="50" actId="1076"/>
          <ac:spMkLst>
            <pc:docMk/>
            <pc:sldMk cId="1472181986" sldId="297"/>
            <ac:spMk id="2" creationId="{A0CBD516-E266-4480-809C-5071A923A27A}"/>
          </ac:spMkLst>
        </pc:spChg>
        <pc:spChg chg="mod">
          <ac:chgData name="Miguel Carvalho" userId="eb2df96cebe4ede4" providerId="LiveId" clId="{AE273D63-6EC7-4186-B401-A09C4DBE42E3}" dt="2026-10-22T15:30:23.507" v="51" actId="1076"/>
          <ac:spMkLst>
            <pc:docMk/>
            <pc:sldMk cId="1472181986" sldId="297"/>
            <ac:spMk id="3" creationId="{B478AE15-0ADA-4D80-80AF-6D98500FC23B}"/>
          </ac:spMkLst>
        </pc:spChg>
        <pc:spChg chg="mod">
          <ac:chgData name="Miguel Carvalho" userId="eb2df96cebe4ede4" providerId="LiveId" clId="{AE273D63-6EC7-4186-B401-A09C4DBE42E3}" dt="2026-10-22T15:30:34.844" v="67" actId="1037"/>
          <ac:spMkLst>
            <pc:docMk/>
            <pc:sldMk cId="1472181986" sldId="297"/>
            <ac:spMk id="5" creationId="{CE867E0F-96A0-4B06-B193-F00B05D5F3B8}"/>
          </ac:spMkLst>
        </pc:spChg>
        <pc:spChg chg="mod">
          <ac:chgData name="Miguel Carvalho" userId="eb2df96cebe4ede4" providerId="LiveId" clId="{AE273D63-6EC7-4186-B401-A09C4DBE42E3}" dt="2026-10-22T15:30:34.844" v="67" actId="1037"/>
          <ac:spMkLst>
            <pc:docMk/>
            <pc:sldMk cId="1472181986" sldId="297"/>
            <ac:spMk id="9" creationId="{12600560-D1D2-406C-8329-553C70403E30}"/>
          </ac:spMkLst>
        </pc:spChg>
        <pc:spChg chg="mod">
          <ac:chgData name="Miguel Carvalho" userId="eb2df96cebe4ede4" providerId="LiveId" clId="{AE273D63-6EC7-4186-B401-A09C4DBE42E3}" dt="2026-10-22T15:30:34.844" v="67" actId="1037"/>
          <ac:spMkLst>
            <pc:docMk/>
            <pc:sldMk cId="1472181986" sldId="297"/>
            <ac:spMk id="16" creationId="{62692CB3-426B-4FAD-8EC6-721190D9CA58}"/>
          </ac:spMkLst>
        </pc:spChg>
        <pc:spChg chg="mod">
          <ac:chgData name="Miguel Carvalho" userId="eb2df96cebe4ede4" providerId="LiveId" clId="{AE273D63-6EC7-4186-B401-A09C4DBE42E3}" dt="2026-10-22T15:30:34.844" v="67" actId="1037"/>
          <ac:spMkLst>
            <pc:docMk/>
            <pc:sldMk cId="1472181986" sldId="297"/>
            <ac:spMk id="18" creationId="{B80E3833-BA19-4231-9767-2B9E2717B67B}"/>
          </ac:spMkLst>
        </pc:spChg>
        <pc:spChg chg="mod">
          <ac:chgData name="Miguel Carvalho" userId="eb2df96cebe4ede4" providerId="LiveId" clId="{AE273D63-6EC7-4186-B401-A09C4DBE42E3}" dt="2026-10-22T15:30:34.844" v="67" actId="1037"/>
          <ac:spMkLst>
            <pc:docMk/>
            <pc:sldMk cId="1472181986" sldId="297"/>
            <ac:spMk id="22" creationId="{7B4D5564-9527-468B-B967-CA38A96F7A3B}"/>
          </ac:spMkLst>
        </pc:spChg>
        <pc:spChg chg="mod">
          <ac:chgData name="Miguel Carvalho" userId="eb2df96cebe4ede4" providerId="LiveId" clId="{AE273D63-6EC7-4186-B401-A09C4DBE42E3}" dt="2026-10-22T15:30:34.844" v="67" actId="1037"/>
          <ac:spMkLst>
            <pc:docMk/>
            <pc:sldMk cId="1472181986" sldId="297"/>
            <ac:spMk id="23" creationId="{B02EFC2E-9CB0-47F4-B590-9EBE5DF250E0}"/>
          </ac:spMkLst>
        </pc:spChg>
        <pc:spChg chg="mod">
          <ac:chgData name="Miguel Carvalho" userId="eb2df96cebe4ede4" providerId="LiveId" clId="{AE273D63-6EC7-4186-B401-A09C4DBE42E3}" dt="2026-10-22T15:30:34.844" v="67" actId="1037"/>
          <ac:spMkLst>
            <pc:docMk/>
            <pc:sldMk cId="1472181986" sldId="297"/>
            <ac:spMk id="25" creationId="{C622C06A-35B3-4251-A617-AFC8F15774F9}"/>
          </ac:spMkLst>
        </pc:spChg>
        <pc:spChg chg="mod">
          <ac:chgData name="Miguel Carvalho" userId="eb2df96cebe4ede4" providerId="LiveId" clId="{AE273D63-6EC7-4186-B401-A09C4DBE42E3}" dt="2026-10-22T15:30:34.844" v="67" actId="1037"/>
          <ac:spMkLst>
            <pc:docMk/>
            <pc:sldMk cId="1472181986" sldId="297"/>
            <ac:spMk id="27" creationId="{F564FD61-1398-4F89-822C-011B16AEE217}"/>
          </ac:spMkLst>
        </pc:spChg>
        <pc:spChg chg="mod">
          <ac:chgData name="Miguel Carvalho" userId="eb2df96cebe4ede4" providerId="LiveId" clId="{AE273D63-6EC7-4186-B401-A09C4DBE42E3}" dt="2026-10-22T15:30:34.844" v="67" actId="1037"/>
          <ac:spMkLst>
            <pc:docMk/>
            <pc:sldMk cId="1472181986" sldId="297"/>
            <ac:spMk id="29" creationId="{5915BC4C-1538-4FB5-8EBC-B9F01223CA04}"/>
          </ac:spMkLst>
        </pc:spChg>
        <pc:spChg chg="mod">
          <ac:chgData name="Miguel Carvalho" userId="eb2df96cebe4ede4" providerId="LiveId" clId="{AE273D63-6EC7-4186-B401-A09C4DBE42E3}" dt="2026-10-22T15:30:34.844" v="67" actId="1037"/>
          <ac:spMkLst>
            <pc:docMk/>
            <pc:sldMk cId="1472181986" sldId="297"/>
            <ac:spMk id="33" creationId="{446D117C-F319-44EF-9FE9-5FED25A5CD26}"/>
          </ac:spMkLst>
        </pc:spChg>
        <pc:spChg chg="mod">
          <ac:chgData name="Miguel Carvalho" userId="eb2df96cebe4ede4" providerId="LiveId" clId="{AE273D63-6EC7-4186-B401-A09C4DBE42E3}" dt="2026-10-22T15:30:37.670" v="75" actId="1038"/>
          <ac:spMkLst>
            <pc:docMk/>
            <pc:sldMk cId="1472181986" sldId="297"/>
            <ac:spMk id="34" creationId="{40F2E6EB-2E1E-47A4-BB32-086ADB3AB1D5}"/>
          </ac:spMkLst>
        </pc:spChg>
        <pc:spChg chg="mod">
          <ac:chgData name="Miguel Carvalho" userId="eb2df96cebe4ede4" providerId="LiveId" clId="{AE273D63-6EC7-4186-B401-A09C4DBE42E3}" dt="2026-10-22T15:30:37.670" v="75" actId="1038"/>
          <ac:spMkLst>
            <pc:docMk/>
            <pc:sldMk cId="1472181986" sldId="297"/>
            <ac:spMk id="35" creationId="{99A7734E-AF5C-4FBC-9030-C788E8C9E4F4}"/>
          </ac:spMkLst>
        </pc:spChg>
        <pc:spChg chg="mod">
          <ac:chgData name="Miguel Carvalho" userId="eb2df96cebe4ede4" providerId="LiveId" clId="{AE273D63-6EC7-4186-B401-A09C4DBE42E3}" dt="2026-10-22T15:30:37.670" v="75" actId="1038"/>
          <ac:spMkLst>
            <pc:docMk/>
            <pc:sldMk cId="1472181986" sldId="297"/>
            <ac:spMk id="36" creationId="{17E88C0B-B65D-4A42-B063-1DCA12A6D756}"/>
          </ac:spMkLst>
        </pc:spChg>
      </pc:sldChg>
      <pc:sldChg chg="add del">
        <pc:chgData name="Miguel Carvalho" userId="eb2df96cebe4ede4" providerId="LiveId" clId="{AE273D63-6EC7-4186-B401-A09C4DBE42E3}" dt="2026-10-22T15:39:34.257" v="133" actId="2696"/>
        <pc:sldMkLst>
          <pc:docMk/>
          <pc:sldMk cId="1474812425" sldId="298"/>
        </pc:sldMkLst>
      </pc:sldChg>
      <pc:sldChg chg="modSp add mod">
        <pc:chgData name="Miguel Carvalho" userId="eb2df96cebe4ede4" providerId="LiveId" clId="{AE273D63-6EC7-4186-B401-A09C4DBE42E3}" dt="2026-10-22T15:39:44.307" v="144" actId="20577"/>
        <pc:sldMkLst>
          <pc:docMk/>
          <pc:sldMk cId="3463641058" sldId="298"/>
        </pc:sldMkLst>
        <pc:spChg chg="mod">
          <ac:chgData name="Miguel Carvalho" userId="eb2df96cebe4ede4" providerId="LiveId" clId="{AE273D63-6EC7-4186-B401-A09C4DBE42E3}" dt="2026-10-22T15:39:44.307" v="144" actId="20577"/>
          <ac:spMkLst>
            <pc:docMk/>
            <pc:sldMk cId="3463641058" sldId="298"/>
            <ac:spMk id="3" creationId="{E25BFA23-91D5-9244-C987-A5F43F9C41D8}"/>
          </ac:spMkLst>
        </pc:spChg>
      </pc:sldChg>
      <pc:sldChg chg="addSp modSp new del mod">
        <pc:chgData name="Miguel Carvalho" userId="eb2df96cebe4ede4" providerId="LiveId" clId="{AE273D63-6EC7-4186-B401-A09C4DBE42E3}" dt="2026-10-22T15:56:06.488" v="400" actId="47"/>
        <pc:sldMkLst>
          <pc:docMk/>
          <pc:sldMk cId="2033897528" sldId="299"/>
        </pc:sldMkLst>
        <pc:spChg chg="add mod">
          <ac:chgData name="Miguel Carvalho" userId="eb2df96cebe4ede4" providerId="LiveId" clId="{AE273D63-6EC7-4186-B401-A09C4DBE42E3}" dt="2026-10-22T15:55:41.523" v="388" actId="20577"/>
          <ac:spMkLst>
            <pc:docMk/>
            <pc:sldMk cId="2033897528" sldId="299"/>
            <ac:spMk id="3" creationId="{1F677B79-D4C0-6B98-F627-7BE319BA47C6}"/>
          </ac:spMkLst>
        </pc:spChg>
        <pc:spChg chg="add mod">
          <ac:chgData name="Miguel Carvalho" userId="eb2df96cebe4ede4" providerId="LiveId" clId="{AE273D63-6EC7-4186-B401-A09C4DBE42E3}" dt="2026-10-22T15:55:56.788" v="398" actId="14100"/>
          <ac:spMkLst>
            <pc:docMk/>
            <pc:sldMk cId="2033897528" sldId="299"/>
            <ac:spMk id="5" creationId="{2212F243-38B0-6B31-8446-2647DF26E994}"/>
          </ac:spMkLst>
        </pc:spChg>
      </pc:sldChg>
      <pc:sldChg chg="add">
        <pc:chgData name="Miguel Carvalho" userId="eb2df96cebe4ede4" providerId="LiveId" clId="{AE273D63-6EC7-4186-B401-A09C4DBE42E3}" dt="2026-10-22T15:56:13.018" v="402" actId="2890"/>
        <pc:sldMkLst>
          <pc:docMk/>
          <pc:sldMk cId="3311859593" sldId="299"/>
        </pc:sldMkLst>
      </pc:sldChg>
      <pc:sldChg chg="add del setBg">
        <pc:chgData name="Miguel Carvalho" userId="eb2df96cebe4ede4" providerId="LiveId" clId="{AE273D63-6EC7-4186-B401-A09C4DBE42E3}" dt="2026-10-22T15:56:09.448" v="401" actId="47"/>
        <pc:sldMkLst>
          <pc:docMk/>
          <pc:sldMk cId="790800836" sldId="300"/>
        </pc:sldMkLst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F1 da classe Sim</c:v>
          </c:tx>
          <c:spPr>
            <a:solidFill>
              <a:srgbClr val="3567A0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3567A0"/>
              </a:solidFill>
            </c:spPr>
            <c:extLst>
              <c:ext xmlns:c16="http://schemas.microsoft.com/office/drawing/2014/chart" uri="{C3380CC4-5D6E-409C-BE32-E72D297353CC}">
                <c16:uniqueId val="{00000001-6420-4B4C-9D4C-C6E3B90463C7}"/>
              </c:ext>
            </c:extLst>
          </c:dPt>
          <c:dPt>
            <c:idx val="1"/>
            <c:invertIfNegative val="0"/>
            <c:bubble3D val="0"/>
            <c:spPr>
              <a:solidFill>
                <a:srgbClr val="6E94C5"/>
              </a:solidFill>
            </c:spPr>
            <c:extLst>
              <c:ext xmlns:c16="http://schemas.microsoft.com/office/drawing/2014/chart" uri="{C3380CC4-5D6E-409C-BE32-E72D297353CC}">
                <c16:uniqueId val="{00000003-6420-4B4C-9D4C-C6E3B90463C7}"/>
              </c:ext>
            </c:extLst>
          </c:dPt>
          <c:dPt>
            <c:idx val="2"/>
            <c:invertIfNegative val="0"/>
            <c:bubble3D val="0"/>
            <c:spPr>
              <a:solidFill>
                <a:srgbClr val="DB8439"/>
              </a:solidFill>
            </c:spPr>
            <c:extLst>
              <c:ext xmlns:c16="http://schemas.microsoft.com/office/drawing/2014/chart" uri="{C3380CC4-5D6E-409C-BE32-E72D297353CC}">
                <c16:uniqueId val="{00000005-6420-4B4C-9D4C-C6E3B90463C7}"/>
              </c:ext>
            </c:extLst>
          </c:dPt>
          <c:cat>
            <c:strLit>
              <c:ptCount val="3"/>
              <c:pt idx="0">
                <c:v>Treino</c:v>
              </c:pt>
              <c:pt idx="1">
                <c:v>Validação cruzada</c:v>
              </c:pt>
              <c:pt idx="2">
                <c:v>Teste</c:v>
              </c:pt>
            </c:strLit>
          </c:cat>
          <c:val>
            <c:numLit>
              <c:formatCode>0%</c:formatCode>
              <c:ptCount val="3"/>
              <c:pt idx="0">
                <c:v>0.62394247038917094</c:v>
              </c:pt>
              <c:pt idx="1">
                <c:v>0.61780336327428365</c:v>
              </c:pt>
              <c:pt idx="2">
                <c:v>0.60492778249787593</c:v>
              </c:pt>
            </c:numLit>
          </c:val>
          <c:extLst>
            <c:ext xmlns:c16="http://schemas.microsoft.com/office/drawing/2014/chart" uri="{C3380CC4-5D6E-409C-BE32-E72D297353CC}">
              <c16:uniqueId val="{00000006-6420-4B4C-9D4C-C6E3B90463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6DEE8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5B7087"/>
                </a:solidFill>
              </a:defRPr>
            </a:pPr>
            <a:endParaRPr lang="pt-PT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w="9525">
              <a:solidFill>
                <a:srgbClr val="D6DEE8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B7087"/>
                </a:solidFill>
              </a:defRPr>
            </a:pPr>
            <a:endParaRPr lang="pt-PT"/>
          </a:p>
        </c:txPr>
        <c:crossAx val="48650112"/>
        <c:crosses val="autoZero"/>
        <c:crossBetween val="between"/>
        <c:majorUnit val="0.1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 </a:t>
            </a:r>
            <a:r>
              <a:rPr lang="en-US" dirty="0" err="1"/>
              <a:t>nosso</a:t>
            </a:r>
            <a:r>
              <a:rPr lang="en-US" dirty="0"/>
              <a:t> </a:t>
            </a:r>
            <a:r>
              <a:rPr lang="en-US" dirty="0" err="1"/>
              <a:t>projeto</a:t>
            </a:r>
            <a:r>
              <a:rPr lang="en-US" dirty="0"/>
              <a:t> </a:t>
            </a:r>
            <a:r>
              <a:rPr lang="en-US" dirty="0" err="1"/>
              <a:t>procura</a:t>
            </a:r>
            <a:r>
              <a:rPr lang="en-US" dirty="0"/>
              <a:t> responder a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questão</a:t>
            </a:r>
            <a:r>
              <a:rPr lang="en-US" dirty="0"/>
              <a:t>: é </a:t>
            </a:r>
            <a:r>
              <a:rPr lang="en-US" dirty="0" err="1"/>
              <a:t>possível</a:t>
            </a:r>
            <a:r>
              <a:rPr lang="en-US" dirty="0"/>
              <a:t> </a:t>
            </a:r>
            <a:r>
              <a:rPr lang="en-US" dirty="0" err="1"/>
              <a:t>prever</a:t>
            </a:r>
            <a:r>
              <a:rPr lang="en-US" dirty="0"/>
              <a:t> quais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candidatos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procuram</a:t>
            </a:r>
            <a:r>
              <a:rPr lang="en-US" dirty="0"/>
              <a:t> mudar de </a:t>
            </a:r>
            <a:r>
              <a:rPr lang="en-US" dirty="0" err="1"/>
              <a:t>emprego</a:t>
            </a:r>
            <a:r>
              <a:rPr lang="en-US" dirty="0"/>
              <a:t>, com base </a:t>
            </a:r>
            <a:r>
              <a:rPr lang="en-US" dirty="0" err="1"/>
              <a:t>nas</a:t>
            </a:r>
            <a:r>
              <a:rPr lang="en-US" dirty="0"/>
              <a:t> </a:t>
            </a:r>
            <a:r>
              <a:rPr lang="en-US" dirty="0" err="1"/>
              <a:t>suas</a:t>
            </a:r>
            <a:r>
              <a:rPr lang="en-US" dirty="0"/>
              <a:t> </a:t>
            </a:r>
            <a:r>
              <a:rPr lang="en-US" dirty="0" err="1"/>
              <a:t>características</a:t>
            </a:r>
            <a:r>
              <a:rPr lang="en-US" dirty="0"/>
              <a:t>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6371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646B3-E23B-6BA9-2BFA-D5C8493B3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0A6D6-9657-0528-33E8-B08B5215A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2E73AF-89FE-BE57-D611-03937EFCF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“Para responder a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questão</a:t>
            </a:r>
            <a:r>
              <a:rPr lang="en-US" dirty="0"/>
              <a:t>, </a:t>
            </a:r>
            <a:r>
              <a:rPr lang="en-US" dirty="0" err="1"/>
              <a:t>analisámos</a:t>
            </a:r>
            <a:r>
              <a:rPr lang="en-US" dirty="0"/>
              <a:t> dados dos </a:t>
            </a:r>
            <a:r>
              <a:rPr lang="en-US" dirty="0" err="1"/>
              <a:t>candidatos</a:t>
            </a:r>
            <a:r>
              <a:rPr lang="en-US" dirty="0"/>
              <a:t>, </a:t>
            </a:r>
            <a:r>
              <a:rPr lang="en-US" dirty="0" err="1"/>
              <a:t>procurámos</a:t>
            </a:r>
            <a:r>
              <a:rPr lang="en-US" dirty="0"/>
              <a:t> </a:t>
            </a:r>
            <a:r>
              <a:rPr lang="en-US" dirty="0" err="1"/>
              <a:t>padrões</a:t>
            </a:r>
            <a:r>
              <a:rPr lang="en-US" dirty="0"/>
              <a:t> e </a:t>
            </a:r>
            <a:r>
              <a:rPr lang="en-US" dirty="0" err="1"/>
              <a:t>construímos</a:t>
            </a:r>
            <a:r>
              <a:rPr lang="en-US" dirty="0"/>
              <a:t> um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estima</a:t>
            </a:r>
            <a:r>
              <a:rPr lang="en-US" dirty="0"/>
              <a:t> a </a:t>
            </a:r>
            <a:r>
              <a:rPr lang="en-US" dirty="0" err="1"/>
              <a:t>intenção</a:t>
            </a:r>
            <a:r>
              <a:rPr lang="en-US" dirty="0"/>
              <a:t> de </a:t>
            </a:r>
            <a:r>
              <a:rPr lang="en-US" dirty="0" err="1"/>
              <a:t>mudança</a:t>
            </a:r>
            <a:r>
              <a:rPr lang="en-US" dirty="0"/>
              <a:t>. A </a:t>
            </a:r>
            <a:r>
              <a:rPr lang="en-US" dirty="0" err="1"/>
              <a:t>ideia</a:t>
            </a:r>
            <a:r>
              <a:rPr lang="en-US" dirty="0"/>
              <a:t> é </a:t>
            </a:r>
            <a:r>
              <a:rPr lang="en-US" dirty="0" err="1"/>
              <a:t>apoiar</a:t>
            </a:r>
            <a:r>
              <a:rPr lang="en-US" dirty="0"/>
              <a:t> a </a:t>
            </a:r>
            <a:r>
              <a:rPr lang="en-US" dirty="0" err="1"/>
              <a:t>análise</a:t>
            </a:r>
            <a:r>
              <a:rPr lang="en-US" dirty="0"/>
              <a:t> dos </a:t>
            </a:r>
            <a:r>
              <a:rPr lang="en-US" dirty="0" err="1"/>
              <a:t>Recursos</a:t>
            </a:r>
            <a:r>
              <a:rPr lang="en-US" dirty="0"/>
              <a:t> Humanos.”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B5F37-DCB7-868E-95F7-902601C50B4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2952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“Antes de </a:t>
            </a:r>
            <a:r>
              <a:rPr lang="en-US" dirty="0" err="1"/>
              <a:t>analisar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dados, </a:t>
            </a:r>
            <a:r>
              <a:rPr lang="en-US" dirty="0" err="1"/>
              <a:t>definimos</a:t>
            </a:r>
            <a:r>
              <a:rPr lang="en-US" dirty="0"/>
              <a:t> </a:t>
            </a:r>
            <a:r>
              <a:rPr lang="en-US" dirty="0" err="1"/>
              <a:t>três</a:t>
            </a:r>
            <a:r>
              <a:rPr lang="en-US" dirty="0"/>
              <a:t> </a:t>
            </a:r>
            <a:r>
              <a:rPr lang="en-US" dirty="0" err="1"/>
              <a:t>hipóteses</a:t>
            </a:r>
            <a:r>
              <a:rPr lang="en-US" dirty="0"/>
              <a:t>: a </a:t>
            </a:r>
            <a:r>
              <a:rPr lang="en-US" dirty="0" err="1"/>
              <a:t>experiência</a:t>
            </a:r>
            <a:r>
              <a:rPr lang="en-US" dirty="0"/>
              <a:t>, a </a:t>
            </a:r>
            <a:r>
              <a:rPr lang="en-US" dirty="0" err="1"/>
              <a:t>educação</a:t>
            </a:r>
            <a:r>
              <a:rPr lang="en-US" dirty="0"/>
              <a:t> e o </a:t>
            </a:r>
            <a:r>
              <a:rPr lang="en-US" dirty="0" err="1"/>
              <a:t>desenvolvimento</a:t>
            </a:r>
            <a:r>
              <a:rPr lang="en-US" dirty="0"/>
              <a:t> da </a:t>
            </a:r>
            <a:r>
              <a:rPr lang="en-US" dirty="0" err="1"/>
              <a:t>cidade</a:t>
            </a:r>
            <a:r>
              <a:rPr lang="en-US" dirty="0"/>
              <a:t> </a:t>
            </a:r>
            <a:r>
              <a:rPr lang="en-US" dirty="0" err="1"/>
              <a:t>poderiam</a:t>
            </a:r>
            <a:r>
              <a:rPr lang="en-US" dirty="0"/>
              <a:t> </a:t>
            </a:r>
            <a:r>
              <a:rPr lang="en-US" dirty="0" err="1"/>
              <a:t>estar</a:t>
            </a:r>
            <a:r>
              <a:rPr lang="en-US" dirty="0"/>
              <a:t> </a:t>
            </a:r>
            <a:r>
              <a:rPr lang="en-US" dirty="0" err="1"/>
              <a:t>relacionados</a:t>
            </a:r>
            <a:r>
              <a:rPr lang="en-US" dirty="0"/>
              <a:t> com a </a:t>
            </a:r>
            <a:r>
              <a:rPr lang="en-US" dirty="0" err="1"/>
              <a:t>intenção</a:t>
            </a:r>
            <a:r>
              <a:rPr lang="en-US" dirty="0"/>
              <a:t> de </a:t>
            </a:r>
            <a:r>
              <a:rPr lang="en-US" dirty="0" err="1"/>
              <a:t>mudança</a:t>
            </a:r>
            <a:r>
              <a:rPr lang="en-US" dirty="0"/>
              <a:t>. </a:t>
            </a:r>
            <a:r>
              <a:rPr lang="en-US" dirty="0" err="1"/>
              <a:t>Depois</a:t>
            </a:r>
            <a:r>
              <a:rPr lang="en-US" dirty="0"/>
              <a:t> </a:t>
            </a:r>
            <a:r>
              <a:rPr lang="en-US" dirty="0" err="1"/>
              <a:t>verificámos</a:t>
            </a:r>
            <a:r>
              <a:rPr lang="en-US" dirty="0"/>
              <a:t> se </a:t>
            </a:r>
            <a:r>
              <a:rPr lang="en-US" dirty="0" err="1"/>
              <a:t>os</a:t>
            </a:r>
            <a:r>
              <a:rPr lang="en-US" dirty="0"/>
              <a:t> dados </a:t>
            </a:r>
            <a:r>
              <a:rPr lang="en-US" dirty="0" err="1"/>
              <a:t>apoiavam</a:t>
            </a:r>
            <a:r>
              <a:rPr lang="en-US" dirty="0"/>
              <a:t> </a:t>
            </a:r>
            <a:r>
              <a:rPr lang="en-US" dirty="0" err="1"/>
              <a:t>estas</a:t>
            </a:r>
            <a:r>
              <a:rPr lang="en-US" dirty="0"/>
              <a:t> </a:t>
            </a:r>
            <a:r>
              <a:rPr lang="en-US" dirty="0" err="1"/>
              <a:t>expectativas</a:t>
            </a:r>
            <a:r>
              <a:rPr lang="en-US" dirty="0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Trabalhámos</a:t>
            </a:r>
            <a:r>
              <a:rPr lang="en-US" dirty="0"/>
              <a:t> com 19.158 </a:t>
            </a:r>
            <a:r>
              <a:rPr lang="en-US" dirty="0" err="1"/>
              <a:t>candidatos</a:t>
            </a:r>
            <a:r>
              <a:rPr lang="en-US" dirty="0"/>
              <a:t> e 14 </a:t>
            </a:r>
            <a:r>
              <a:rPr lang="en-US" dirty="0" err="1"/>
              <a:t>variáveis</a:t>
            </a:r>
            <a:r>
              <a:rPr lang="en-US" dirty="0"/>
              <a:t> de </a:t>
            </a:r>
            <a:r>
              <a:rPr lang="en-US" dirty="0" err="1"/>
              <a:t>origem</a:t>
            </a:r>
            <a:r>
              <a:rPr lang="en-US" dirty="0"/>
              <a:t>. </a:t>
            </a:r>
            <a:r>
              <a:rPr lang="en-US" dirty="0" err="1"/>
              <a:t>Estas</a:t>
            </a:r>
            <a:r>
              <a:rPr lang="en-US" dirty="0"/>
              <a:t> </a:t>
            </a:r>
            <a:r>
              <a:rPr lang="en-US" dirty="0" err="1"/>
              <a:t>incluem</a:t>
            </a:r>
            <a:r>
              <a:rPr lang="en-US" dirty="0"/>
              <a:t> </a:t>
            </a:r>
            <a:r>
              <a:rPr lang="en-US" dirty="0" err="1"/>
              <a:t>características</a:t>
            </a:r>
            <a:r>
              <a:rPr lang="en-US" dirty="0"/>
              <a:t> </a:t>
            </a:r>
            <a:r>
              <a:rPr lang="en-US" dirty="0" err="1"/>
              <a:t>pessoais</a:t>
            </a:r>
            <a:r>
              <a:rPr lang="en-US" dirty="0"/>
              <a:t>, </a:t>
            </a:r>
            <a:r>
              <a:rPr lang="en-US" dirty="0" err="1"/>
              <a:t>académicas</a:t>
            </a:r>
            <a:r>
              <a:rPr lang="en-US" dirty="0"/>
              <a:t> e </a:t>
            </a:r>
            <a:r>
              <a:rPr lang="en-US" dirty="0" err="1"/>
              <a:t>profissionais</a:t>
            </a:r>
            <a:r>
              <a:rPr lang="en-US" dirty="0"/>
              <a:t>. O </a:t>
            </a:r>
            <a:r>
              <a:rPr lang="en-US" dirty="0" err="1"/>
              <a:t>nosso</a:t>
            </a:r>
            <a:r>
              <a:rPr lang="en-US" dirty="0"/>
              <a:t> </a:t>
            </a:r>
            <a:r>
              <a:rPr lang="en-US" dirty="0" err="1"/>
              <a:t>objetivo</a:t>
            </a:r>
            <a:r>
              <a:rPr lang="en-US" dirty="0"/>
              <a:t> é </a:t>
            </a:r>
            <a:r>
              <a:rPr lang="en-US" dirty="0" err="1"/>
              <a:t>prever</a:t>
            </a:r>
            <a:r>
              <a:rPr lang="en-US" dirty="0"/>
              <a:t> a </a:t>
            </a:r>
            <a:r>
              <a:rPr lang="en-US" dirty="0" err="1"/>
              <a:t>variável</a:t>
            </a:r>
            <a:r>
              <a:rPr lang="en-US" dirty="0"/>
              <a:t> Sim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relativa</a:t>
            </a:r>
            <a:r>
              <a:rPr lang="en-US" dirty="0"/>
              <a:t> à </a:t>
            </a:r>
            <a:r>
              <a:rPr lang="en-US" dirty="0" err="1"/>
              <a:t>intenção</a:t>
            </a:r>
            <a:r>
              <a:rPr lang="en-US" dirty="0"/>
              <a:t> de </a:t>
            </a:r>
            <a:r>
              <a:rPr lang="en-US" dirty="0" err="1"/>
              <a:t>mudança</a:t>
            </a:r>
            <a:r>
              <a:rPr lang="en-US" dirty="0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1º CONCLUSÃO: “</a:t>
            </a:r>
            <a:r>
              <a:rPr lang="en-US" dirty="0" err="1"/>
              <a:t>Apenas</a:t>
            </a:r>
            <a:r>
              <a:rPr lang="en-US" dirty="0"/>
              <a:t> 24,9% dos </a:t>
            </a:r>
            <a:r>
              <a:rPr lang="en-US" dirty="0" err="1"/>
              <a:t>candidatos</a:t>
            </a:r>
            <a:r>
              <a:rPr lang="en-US" dirty="0"/>
              <a:t> </a:t>
            </a:r>
            <a:r>
              <a:rPr lang="en-US" dirty="0" err="1"/>
              <a:t>indicaram</a:t>
            </a:r>
            <a:r>
              <a:rPr lang="en-US" dirty="0"/>
              <a:t> </a:t>
            </a:r>
            <a:r>
              <a:rPr lang="en-US" dirty="0" err="1"/>
              <a:t>procurar</a:t>
            </a:r>
            <a:r>
              <a:rPr lang="en-US" dirty="0"/>
              <a:t> mudar de </a:t>
            </a:r>
            <a:r>
              <a:rPr lang="en-US" dirty="0" err="1"/>
              <a:t>emprego</a:t>
            </a:r>
            <a:r>
              <a:rPr lang="en-US" dirty="0"/>
              <a:t>. Isto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as classes </a:t>
            </a:r>
            <a:r>
              <a:rPr lang="en-US" dirty="0" err="1"/>
              <a:t>estão</a:t>
            </a:r>
            <a:r>
              <a:rPr lang="en-US" dirty="0"/>
              <a:t> </a:t>
            </a:r>
            <a:r>
              <a:rPr lang="en-US" dirty="0" err="1"/>
              <a:t>desequilibradas</a:t>
            </a:r>
            <a:r>
              <a:rPr lang="en-US" dirty="0"/>
              <a:t>. Por </a:t>
            </a:r>
            <a:r>
              <a:rPr lang="en-US" dirty="0" err="1"/>
              <a:t>isso</a:t>
            </a:r>
            <a:r>
              <a:rPr lang="en-US" dirty="0"/>
              <a:t>, </a:t>
            </a:r>
            <a:r>
              <a:rPr lang="en-US" dirty="0" err="1"/>
              <a:t>não</a:t>
            </a:r>
            <a:r>
              <a:rPr lang="en-US" dirty="0"/>
              <a:t> basta </a:t>
            </a:r>
            <a:r>
              <a:rPr lang="en-US" dirty="0" err="1"/>
              <a:t>avaliar</a:t>
            </a:r>
            <a:r>
              <a:rPr lang="en-US" dirty="0"/>
              <a:t> </a:t>
            </a:r>
            <a:r>
              <a:rPr lang="en-US" dirty="0" err="1"/>
              <a:t>quantos</a:t>
            </a:r>
            <a:r>
              <a:rPr lang="en-US" dirty="0"/>
              <a:t> </a:t>
            </a:r>
            <a:r>
              <a:rPr lang="en-US" dirty="0" err="1"/>
              <a:t>casos</a:t>
            </a:r>
            <a:r>
              <a:rPr lang="en-US" dirty="0"/>
              <a:t> o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acerta</a:t>
            </a:r>
            <a:r>
              <a:rPr lang="en-US" dirty="0"/>
              <a:t> no total; </a:t>
            </a:r>
            <a:r>
              <a:rPr lang="en-US" dirty="0" err="1"/>
              <a:t>precisamos</a:t>
            </a:r>
            <a:r>
              <a:rPr lang="en-US" dirty="0"/>
              <a:t> de </a:t>
            </a:r>
            <a:r>
              <a:rPr lang="en-US" dirty="0" err="1"/>
              <a:t>avaliar</a:t>
            </a:r>
            <a:r>
              <a:rPr lang="en-US" dirty="0"/>
              <a:t> se </a:t>
            </a:r>
            <a:r>
              <a:rPr lang="en-US" dirty="0" err="1"/>
              <a:t>identifica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casos</a:t>
            </a:r>
            <a:r>
              <a:rPr lang="en-US" dirty="0"/>
              <a:t> Sim.”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Oito das 14 variáveis têm valores em falta, todas categóricas. O alvo, o identificador e as duas variáveis numéricas estão completos. As quatro maiores percentagens são tipo_empresa 6140/19158 = 32,1%, dimensao_empresa 5938/19158 = 31,0%, genero 4508/19158 = 23,5% e area_formacao 2813/19158 = 14,7%. O gráfico original mostra a localização das ausências, não a sua causa. Não existem registos ou IDs duplicados. Há valores atípicos numéricos, considerados plausíveis e mantidos. Não afirmar que não há outliers. O tratamento das ausências é explicado na Data Preparation e ajustado apenas no treino. Fonte: 02_P_data_understanding.ipynb, células 25, 39, 43, 62 e síntese 124, projeto v3.0. O gráfico é o PNG original da célula 39, sem redesenho. Não se conclui ausência de todo o risco de data leakage a partir desta figura.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GUIÃO ORAL</a:t>
            </a:r>
          </a:p>
          <a:p>
            <a:r>
              <a:rPr dirty="0"/>
              <a:t>No </a:t>
            </a:r>
            <a:r>
              <a:rPr dirty="0" err="1"/>
              <a:t>gráfico</a:t>
            </a:r>
            <a:r>
              <a:rPr dirty="0"/>
              <a:t>, a </a:t>
            </a:r>
            <a:r>
              <a:rPr dirty="0" err="1"/>
              <a:t>distribuição</a:t>
            </a:r>
            <a:r>
              <a:rPr dirty="0"/>
              <a:t> do </a:t>
            </a:r>
            <a:r>
              <a:rPr dirty="0" err="1"/>
              <a:t>índice</a:t>
            </a:r>
            <a:r>
              <a:rPr dirty="0"/>
              <a:t> é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baixa</a:t>
            </a:r>
            <a:r>
              <a:rPr dirty="0"/>
              <a:t> entre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candidatos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respondem</a:t>
            </a:r>
            <a:r>
              <a:rPr dirty="0"/>
              <a:t> Sim. As duas </a:t>
            </a:r>
            <a:r>
              <a:rPr dirty="0" err="1"/>
              <a:t>correlações</a:t>
            </a:r>
            <a:r>
              <a:rPr dirty="0"/>
              <a:t> </a:t>
            </a:r>
            <a:r>
              <a:rPr dirty="0" err="1"/>
              <a:t>apontam</a:t>
            </a:r>
            <a:r>
              <a:rPr dirty="0"/>
              <a:t> no </a:t>
            </a:r>
            <a:r>
              <a:rPr dirty="0" err="1"/>
              <a:t>mesmo</a:t>
            </a:r>
            <a:r>
              <a:rPr dirty="0"/>
              <a:t> </a:t>
            </a:r>
            <a:r>
              <a:rPr dirty="0" err="1"/>
              <a:t>sentido</a:t>
            </a:r>
            <a:r>
              <a:rPr dirty="0"/>
              <a:t>: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elevados</a:t>
            </a:r>
            <a:r>
              <a:rPr dirty="0"/>
              <a:t> </a:t>
            </a:r>
            <a:r>
              <a:rPr dirty="0" err="1"/>
              <a:t>tendem</a:t>
            </a:r>
            <a:r>
              <a:rPr dirty="0"/>
              <a:t> a </a:t>
            </a:r>
            <a:r>
              <a:rPr dirty="0" err="1"/>
              <a:t>acompanhar</a:t>
            </a:r>
            <a:r>
              <a:rPr dirty="0"/>
              <a:t> </a:t>
            </a:r>
            <a:r>
              <a:rPr dirty="0" err="1"/>
              <a:t>menor</a:t>
            </a:r>
            <a:r>
              <a:rPr dirty="0"/>
              <a:t> </a:t>
            </a:r>
            <a:r>
              <a:rPr dirty="0" err="1"/>
              <a:t>intenção</a:t>
            </a:r>
            <a:r>
              <a:rPr dirty="0"/>
              <a:t> de </a:t>
            </a:r>
            <a:r>
              <a:rPr dirty="0" err="1"/>
              <a:t>mudança</a:t>
            </a:r>
            <a:r>
              <a:rPr dirty="0"/>
              <a:t>. </a:t>
            </a:r>
            <a:r>
              <a:rPr dirty="0" err="1"/>
              <a:t>Trata</a:t>
            </a:r>
            <a:r>
              <a:rPr dirty="0"/>
              <a:t>-se de </a:t>
            </a:r>
            <a:r>
              <a:rPr dirty="0" err="1"/>
              <a:t>associação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de </a:t>
            </a:r>
            <a:r>
              <a:rPr dirty="0" err="1"/>
              <a:t>causalidade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DETALHES PARA PERGUNTAS</a:t>
            </a:r>
          </a:p>
          <a:p>
            <a:r>
              <a:rPr dirty="0"/>
              <a:t>A </a:t>
            </a:r>
            <a:r>
              <a:rPr dirty="0" err="1"/>
              <a:t>linha</a:t>
            </a:r>
            <a:r>
              <a:rPr dirty="0"/>
              <a:t> </a:t>
            </a:r>
            <a:r>
              <a:rPr dirty="0" err="1"/>
              <a:t>dentro</a:t>
            </a:r>
            <a:r>
              <a:rPr dirty="0"/>
              <a:t> da </a:t>
            </a:r>
            <a:r>
              <a:rPr dirty="0" err="1"/>
              <a:t>caixa</a:t>
            </a:r>
            <a:r>
              <a:rPr dirty="0"/>
              <a:t> é a </a:t>
            </a:r>
            <a:r>
              <a:rPr dirty="0" err="1"/>
              <a:t>mediana</a:t>
            </a:r>
            <a:r>
              <a:rPr dirty="0"/>
              <a:t>. A </a:t>
            </a:r>
            <a:r>
              <a:rPr dirty="0" err="1"/>
              <a:t>caixa</a:t>
            </a:r>
            <a:r>
              <a:rPr dirty="0"/>
              <a:t> </a:t>
            </a:r>
            <a:r>
              <a:rPr dirty="0" err="1"/>
              <a:t>contém</a:t>
            </a:r>
            <a:r>
              <a:rPr dirty="0"/>
              <a:t> a </a:t>
            </a:r>
            <a:r>
              <a:rPr dirty="0" err="1"/>
              <a:t>metade</a:t>
            </a:r>
            <a:r>
              <a:rPr dirty="0"/>
              <a:t> central dos </a:t>
            </a:r>
            <a:r>
              <a:rPr dirty="0" err="1"/>
              <a:t>valores</a:t>
            </a:r>
            <a:r>
              <a:rPr dirty="0"/>
              <a:t>. As horas de </a:t>
            </a:r>
            <a:r>
              <a:rPr dirty="0" err="1"/>
              <a:t>formação</a:t>
            </a:r>
            <a:r>
              <a:rPr dirty="0"/>
              <a:t> </a:t>
            </a:r>
            <a:r>
              <a:rPr dirty="0" err="1"/>
              <a:t>apresentam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associação</a:t>
            </a:r>
            <a:r>
              <a:rPr dirty="0"/>
              <a:t> </a:t>
            </a:r>
            <a:r>
              <a:rPr dirty="0" err="1"/>
              <a:t>muito</a:t>
            </a:r>
            <a:r>
              <a:rPr dirty="0"/>
              <a:t> </a:t>
            </a:r>
            <a:r>
              <a:rPr dirty="0" err="1"/>
              <a:t>menor</a:t>
            </a:r>
            <a:r>
              <a:rPr dirty="0"/>
              <a:t>. </a:t>
            </a:r>
            <a:r>
              <a:rPr dirty="0" err="1"/>
              <a:t>Os</a:t>
            </a:r>
            <a:r>
              <a:rPr dirty="0"/>
              <a:t> outliers </a:t>
            </a:r>
            <a:r>
              <a:rPr dirty="0" err="1"/>
              <a:t>plausíveis</a:t>
            </a:r>
            <a:r>
              <a:rPr dirty="0"/>
              <a:t> </a:t>
            </a:r>
            <a:r>
              <a:rPr dirty="0" err="1"/>
              <a:t>foram</a:t>
            </a:r>
            <a:r>
              <a:rPr dirty="0"/>
              <a:t> </a:t>
            </a:r>
            <a:r>
              <a:rPr dirty="0" err="1"/>
              <a:t>mantidos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FONTES</a:t>
            </a:r>
          </a:p>
          <a:p>
            <a:r>
              <a:rPr dirty="0"/>
              <a:t>C:/Users/Nuno/Documents/ChatGPT/Projeto Python/output/Projeto_RH_Grupo07_v3.0/02_P_data_understanding.ipynb — </a:t>
            </a:r>
            <a:r>
              <a:rPr dirty="0" err="1"/>
              <a:t>células</a:t>
            </a:r>
            <a:r>
              <a:rPr dirty="0"/>
              <a:t> 82 e 88.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DC1D4-B4DB-EC98-21DD-88D53275B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CD330E-7826-D90C-DF23-E3C65145E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494450-A7F6-425A-D9E9-3A2B4C0F1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F6C4F-D567-252F-A71A-69532D1D188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79235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GUIÃO ORAL</a:t>
            </a:r>
          </a:p>
          <a:p>
            <a:r>
              <a:t>Escolhemos este cruzamento porque permite comparar seis grupos de forma simples. Entre os grupos apresentados, a combinação sem experiência relevante e curso a tempo inteiro apresenta 41,2% de intenção de mudança. O gráfico ajuda a identificar padrões que o modelo poderá aproveitar.</a:t>
            </a:r>
          </a:p>
          <a:p>
            <a:endParaRPr/>
          </a:p>
          <a:p>
            <a:r>
              <a:t>DETALHES PARA PERGUNTAS</a:t>
            </a:r>
          </a:p>
          <a:p>
            <a:r>
              <a:t>O gráfico inclui apenas grupos com pelo menos 30 candidatos. Não prova que estas sejam as duas variáveis mais importantes, nem que este seja o grupo com a maior taxa entre todas as combinações possíveis.</a:t>
            </a:r>
          </a:p>
          <a:p>
            <a:endParaRPr/>
          </a:p>
          <a:p>
            <a:r>
              <a:t>FONTES</a:t>
            </a:r>
          </a:p>
          <a:p>
            <a:r>
              <a:t>C:/Users/Nuno/Documents/ChatGPT/Projeto Python/output/Projeto_RH_Grupo07_v3.0/02_P_data_understanding.ipynb — célula 118, heatmap.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86E95-0D3D-EDEE-09B9-7A9F3EE1C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3935C-654C-9E5B-43FF-24B9B7106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16CB3-7CE8-AC9E-6AFF-F89E1F363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“Antes de </a:t>
            </a:r>
            <a:r>
              <a:rPr lang="en-US" dirty="0" err="1"/>
              <a:t>analisar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dados, </a:t>
            </a:r>
            <a:r>
              <a:rPr lang="en-US" dirty="0" err="1"/>
              <a:t>definimos</a:t>
            </a:r>
            <a:r>
              <a:rPr lang="en-US" dirty="0"/>
              <a:t> </a:t>
            </a:r>
            <a:r>
              <a:rPr lang="en-US" dirty="0" err="1"/>
              <a:t>três</a:t>
            </a:r>
            <a:r>
              <a:rPr lang="en-US" dirty="0"/>
              <a:t> </a:t>
            </a:r>
            <a:r>
              <a:rPr lang="en-US" dirty="0" err="1"/>
              <a:t>hipóteses</a:t>
            </a:r>
            <a:r>
              <a:rPr lang="en-US" dirty="0"/>
              <a:t>: a </a:t>
            </a:r>
            <a:r>
              <a:rPr lang="en-US" dirty="0" err="1"/>
              <a:t>experiência</a:t>
            </a:r>
            <a:r>
              <a:rPr lang="en-US" dirty="0"/>
              <a:t>, a </a:t>
            </a:r>
            <a:r>
              <a:rPr lang="en-US" dirty="0" err="1"/>
              <a:t>educação</a:t>
            </a:r>
            <a:r>
              <a:rPr lang="en-US" dirty="0"/>
              <a:t> e o </a:t>
            </a:r>
            <a:r>
              <a:rPr lang="en-US" dirty="0" err="1"/>
              <a:t>desenvolvimento</a:t>
            </a:r>
            <a:r>
              <a:rPr lang="en-US" dirty="0"/>
              <a:t> da </a:t>
            </a:r>
            <a:r>
              <a:rPr lang="en-US" dirty="0" err="1"/>
              <a:t>cidade</a:t>
            </a:r>
            <a:r>
              <a:rPr lang="en-US" dirty="0"/>
              <a:t> </a:t>
            </a:r>
            <a:r>
              <a:rPr lang="en-US" dirty="0" err="1"/>
              <a:t>poderiam</a:t>
            </a:r>
            <a:r>
              <a:rPr lang="en-US" dirty="0"/>
              <a:t> </a:t>
            </a:r>
            <a:r>
              <a:rPr lang="en-US" dirty="0" err="1"/>
              <a:t>estar</a:t>
            </a:r>
            <a:r>
              <a:rPr lang="en-US" dirty="0"/>
              <a:t> </a:t>
            </a:r>
            <a:r>
              <a:rPr lang="en-US" dirty="0" err="1"/>
              <a:t>relacionados</a:t>
            </a:r>
            <a:r>
              <a:rPr lang="en-US" dirty="0"/>
              <a:t> com a </a:t>
            </a:r>
            <a:r>
              <a:rPr lang="en-US" dirty="0" err="1"/>
              <a:t>intenção</a:t>
            </a:r>
            <a:r>
              <a:rPr lang="en-US" dirty="0"/>
              <a:t> de </a:t>
            </a:r>
            <a:r>
              <a:rPr lang="en-US" dirty="0" err="1"/>
              <a:t>mudança</a:t>
            </a:r>
            <a:r>
              <a:rPr lang="en-US" dirty="0"/>
              <a:t>. </a:t>
            </a:r>
            <a:r>
              <a:rPr lang="en-US" dirty="0" err="1"/>
              <a:t>Depois</a:t>
            </a:r>
            <a:r>
              <a:rPr lang="en-US" dirty="0"/>
              <a:t> </a:t>
            </a:r>
            <a:r>
              <a:rPr lang="en-US" dirty="0" err="1"/>
              <a:t>verificámos</a:t>
            </a:r>
            <a:r>
              <a:rPr lang="en-US" dirty="0"/>
              <a:t> se </a:t>
            </a:r>
            <a:r>
              <a:rPr lang="en-US" dirty="0" err="1"/>
              <a:t>os</a:t>
            </a:r>
            <a:r>
              <a:rPr lang="en-US" dirty="0"/>
              <a:t> dados </a:t>
            </a:r>
            <a:r>
              <a:rPr lang="en-US" dirty="0" err="1"/>
              <a:t>apoiavam</a:t>
            </a:r>
            <a:r>
              <a:rPr lang="en-US" dirty="0"/>
              <a:t> </a:t>
            </a:r>
            <a:r>
              <a:rPr lang="en-US" dirty="0" err="1"/>
              <a:t>estas</a:t>
            </a:r>
            <a:r>
              <a:rPr lang="en-US" dirty="0"/>
              <a:t> </a:t>
            </a:r>
            <a:r>
              <a:rPr lang="en-US" dirty="0" err="1"/>
              <a:t>expectativas</a:t>
            </a:r>
            <a:r>
              <a:rPr lang="en-US" dirty="0"/>
              <a:t>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C76DF-8296-E354-CF45-88F01D977FC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8974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Resumo visual das decisões de preparação. O id_candidato foi excluído; anos de experiência foi convertido para numérico e as horas de formação passaram por transformação logarítmica; os dados foram divididos em treino/teste com estratificação; valores em falta foram imputados pela mediana nas numéricas e por «Desconhecido» nas categóricas; outliers plausíveis foram mantidos e o log e RobustScaler atenuam a sua influência; variáveis categóricas foram convertidas com One-Hot Encoding.</a:t>
            </a:r>
          </a:p>
          <a:p>
            <a:endParaRPr/>
          </a:p>
          <a:p>
            <a:r>
              <a:t>Fonte: output/Projeto_RH_Grupo07_Versao_Atualizada_RandomForest_2026-10-21/03_P_data_preparation.ipynb.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03481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Testámos</a:t>
            </a:r>
            <a:r>
              <a:rPr lang="en-US" dirty="0"/>
              <a:t> </a:t>
            </a:r>
            <a:r>
              <a:rPr lang="en-US" dirty="0" err="1"/>
              <a:t>três</a:t>
            </a:r>
            <a:r>
              <a:rPr lang="en-US" dirty="0"/>
              <a:t> </a:t>
            </a:r>
            <a:r>
              <a:rPr lang="en-US" dirty="0" err="1"/>
              <a:t>abordagens</a:t>
            </a:r>
            <a:r>
              <a:rPr lang="en-US" dirty="0"/>
              <a:t>: </a:t>
            </a:r>
            <a:r>
              <a:rPr lang="en-US" dirty="0" err="1"/>
              <a:t>regressão</a:t>
            </a:r>
            <a:r>
              <a:rPr lang="en-US" dirty="0"/>
              <a:t> </a:t>
            </a:r>
            <a:r>
              <a:rPr lang="en-US" dirty="0" err="1"/>
              <a:t>logística</a:t>
            </a:r>
            <a:r>
              <a:rPr lang="en-US" dirty="0"/>
              <a:t>, </a:t>
            </a:r>
            <a:r>
              <a:rPr lang="en-US" dirty="0" err="1"/>
              <a:t>árvore</a:t>
            </a:r>
            <a:r>
              <a:rPr lang="en-US" dirty="0"/>
              <a:t> de </a:t>
            </a:r>
            <a:r>
              <a:rPr lang="en-US" dirty="0" err="1"/>
              <a:t>decisão</a:t>
            </a:r>
            <a:r>
              <a:rPr lang="en-US" dirty="0"/>
              <a:t> e Random Forest. </a:t>
            </a:r>
          </a:p>
          <a:p>
            <a:r>
              <a:rPr lang="en-US" dirty="0"/>
              <a:t>Cada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aprende</a:t>
            </a:r>
            <a:r>
              <a:rPr lang="en-US" dirty="0"/>
              <a:t> </a:t>
            </a:r>
            <a:r>
              <a:rPr lang="en-US" dirty="0" err="1"/>
              <a:t>padrões</a:t>
            </a:r>
            <a:r>
              <a:rPr lang="en-US" dirty="0"/>
              <a:t> de forma </a:t>
            </a:r>
            <a:r>
              <a:rPr lang="en-US" dirty="0" err="1"/>
              <a:t>diferente</a:t>
            </a:r>
            <a:r>
              <a:rPr lang="en-US" dirty="0"/>
              <a:t>. </a:t>
            </a:r>
          </a:p>
          <a:p>
            <a:r>
              <a:rPr lang="en-US" dirty="0" err="1"/>
              <a:t>Incluímos</a:t>
            </a:r>
            <a:r>
              <a:rPr lang="en-US" dirty="0"/>
              <a:t>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referência</a:t>
            </a:r>
            <a:r>
              <a:rPr lang="en-US" dirty="0"/>
              <a:t> simples,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prevê</a:t>
            </a:r>
            <a:r>
              <a:rPr lang="en-US" dirty="0"/>
              <a:t> sempre </a:t>
            </a:r>
            <a:r>
              <a:rPr lang="en-US" dirty="0" err="1"/>
              <a:t>Não</a:t>
            </a:r>
            <a:r>
              <a:rPr lang="en-US" dirty="0"/>
              <a:t>, para </a:t>
            </a:r>
            <a:r>
              <a:rPr lang="en-US" dirty="0" err="1"/>
              <a:t>perceber</a:t>
            </a:r>
            <a:r>
              <a:rPr lang="en-US" dirty="0"/>
              <a:t> se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acrescentam</a:t>
            </a:r>
            <a:r>
              <a:rPr lang="en-US" dirty="0"/>
              <a:t> valor.”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“Para </a:t>
            </a:r>
            <a:r>
              <a:rPr lang="en-US" dirty="0" err="1"/>
              <a:t>comparar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entre </a:t>
            </a:r>
            <a:r>
              <a:rPr lang="en-US" dirty="0" err="1"/>
              <a:t>si</a:t>
            </a:r>
            <a:r>
              <a:rPr lang="en-US" dirty="0"/>
              <a:t>, </a:t>
            </a:r>
            <a:r>
              <a:rPr lang="en-US" dirty="0" err="1"/>
              <a:t>dividimos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dados de </a:t>
            </a:r>
            <a:r>
              <a:rPr lang="en-US" dirty="0" err="1"/>
              <a:t>treino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cinco</a:t>
            </a:r>
            <a:r>
              <a:rPr lang="en-US" dirty="0"/>
              <a:t> partes e </a:t>
            </a:r>
            <a:r>
              <a:rPr lang="en-US" dirty="0" err="1"/>
              <a:t>repetimos</a:t>
            </a:r>
            <a:r>
              <a:rPr lang="en-US" dirty="0"/>
              <a:t> o </a:t>
            </a:r>
            <a:r>
              <a:rPr lang="en-US" dirty="0" err="1"/>
              <a:t>processo</a:t>
            </a:r>
            <a:r>
              <a:rPr lang="en-US" dirty="0"/>
              <a:t> de </a:t>
            </a:r>
            <a:r>
              <a:rPr lang="en-US" dirty="0" err="1"/>
              <a:t>treino</a:t>
            </a:r>
            <a:r>
              <a:rPr lang="en-US" dirty="0"/>
              <a:t> e </a:t>
            </a:r>
            <a:r>
              <a:rPr lang="en-US" dirty="0" err="1"/>
              <a:t>validação</a:t>
            </a:r>
            <a:r>
              <a:rPr lang="en-US" dirty="0"/>
              <a:t>. O </a:t>
            </a:r>
            <a:r>
              <a:rPr lang="en-US" dirty="0" err="1"/>
              <a:t>nosso</a:t>
            </a:r>
            <a:r>
              <a:rPr lang="en-US" dirty="0"/>
              <a:t> </a:t>
            </a:r>
            <a:r>
              <a:rPr lang="en-US" dirty="0" err="1"/>
              <a:t>critério</a:t>
            </a:r>
            <a:r>
              <a:rPr lang="en-US" dirty="0"/>
              <a:t> de </a:t>
            </a:r>
            <a:r>
              <a:rPr lang="en-US" dirty="0" err="1"/>
              <a:t>escolha</a:t>
            </a:r>
            <a:r>
              <a:rPr lang="en-US" dirty="0"/>
              <a:t> </a:t>
            </a:r>
            <a:r>
              <a:rPr lang="en-US" dirty="0" err="1"/>
              <a:t>foi</a:t>
            </a:r>
            <a:r>
              <a:rPr lang="en-US" dirty="0"/>
              <a:t> o F1 da </a:t>
            </a:r>
            <a:r>
              <a:rPr lang="en-US" dirty="0" err="1"/>
              <a:t>classe</a:t>
            </a:r>
            <a:r>
              <a:rPr lang="en-US" dirty="0"/>
              <a:t> sim, </a:t>
            </a:r>
            <a:r>
              <a:rPr lang="en-US" dirty="0" err="1"/>
              <a:t>considerando</a:t>
            </a:r>
            <a:r>
              <a:rPr lang="en-US" dirty="0"/>
              <a:t> um </a:t>
            </a:r>
            <a:r>
              <a:rPr lang="en-US" dirty="0" err="1"/>
              <a:t>limiar</a:t>
            </a:r>
            <a:r>
              <a:rPr lang="en-US" dirty="0"/>
              <a:t> de 0.5</a:t>
            </a:r>
          </a:p>
          <a:p>
            <a:r>
              <a:rPr lang="en-US" dirty="0" err="1"/>
              <a:t>porque</a:t>
            </a:r>
            <a:r>
              <a:rPr lang="en-US" dirty="0"/>
              <a:t> </a:t>
            </a:r>
            <a:r>
              <a:rPr lang="en-US" dirty="0" err="1"/>
              <a:t>queremos</a:t>
            </a:r>
            <a:r>
              <a:rPr lang="en-US" dirty="0"/>
              <a:t> </a:t>
            </a:r>
            <a:r>
              <a:rPr lang="en-US" dirty="0" err="1"/>
              <a:t>equilibrar</a:t>
            </a:r>
            <a:r>
              <a:rPr lang="en-US" dirty="0"/>
              <a:t> a </a:t>
            </a:r>
            <a:r>
              <a:rPr lang="en-US" dirty="0" err="1"/>
              <a:t>deteção</a:t>
            </a:r>
            <a:r>
              <a:rPr lang="en-US" dirty="0"/>
              <a:t> dos </a:t>
            </a:r>
            <a:r>
              <a:rPr lang="en-US" dirty="0" err="1"/>
              <a:t>casos</a:t>
            </a:r>
            <a:r>
              <a:rPr lang="en-US" dirty="0"/>
              <a:t> com a </a:t>
            </a:r>
            <a:r>
              <a:rPr lang="en-US" dirty="0" err="1"/>
              <a:t>precisão</a:t>
            </a:r>
            <a:r>
              <a:rPr lang="en-US" dirty="0"/>
              <a:t> dos </a:t>
            </a:r>
            <a:r>
              <a:rPr lang="en-US" dirty="0" err="1"/>
              <a:t>alertas</a:t>
            </a:r>
            <a:r>
              <a:rPr lang="en-US" dirty="0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 Random Forest </a:t>
            </a:r>
            <a:r>
              <a:rPr lang="en-US" dirty="0" err="1"/>
              <a:t>obteve</a:t>
            </a:r>
            <a:r>
              <a:rPr lang="en-US" dirty="0"/>
              <a:t> o </a:t>
            </a:r>
            <a:r>
              <a:rPr lang="en-US" dirty="0" err="1"/>
              <a:t>melhor</a:t>
            </a:r>
            <a:r>
              <a:rPr lang="en-US" dirty="0"/>
              <a:t> F1 </a:t>
            </a:r>
            <a:r>
              <a:rPr lang="en-US" dirty="0" err="1"/>
              <a:t>médio</a:t>
            </a:r>
            <a:r>
              <a:rPr lang="en-US" dirty="0"/>
              <a:t>, com 61,8%. </a:t>
            </a:r>
            <a:r>
              <a:rPr lang="en-US" dirty="0" err="1"/>
              <a:t>Contudo</a:t>
            </a:r>
            <a:r>
              <a:rPr lang="en-US" dirty="0"/>
              <a:t>, a </a:t>
            </a:r>
            <a:r>
              <a:rPr lang="en-US" dirty="0" err="1"/>
              <a:t>vantagem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a </a:t>
            </a:r>
            <a:r>
              <a:rPr lang="en-US" dirty="0" err="1"/>
              <a:t>árvore</a:t>
            </a:r>
            <a:r>
              <a:rPr lang="en-US" dirty="0"/>
              <a:t> de </a:t>
            </a:r>
            <a:r>
              <a:rPr lang="en-US" dirty="0" err="1"/>
              <a:t>decisão</a:t>
            </a:r>
            <a:r>
              <a:rPr lang="en-US" dirty="0"/>
              <a:t> </a:t>
            </a:r>
            <a:r>
              <a:rPr lang="en-US" dirty="0" err="1"/>
              <a:t>foi</a:t>
            </a:r>
            <a:r>
              <a:rPr lang="en-US" dirty="0"/>
              <a:t> </a:t>
            </a:r>
            <a:r>
              <a:rPr lang="en-US" dirty="0" err="1"/>
              <a:t>pequena</a:t>
            </a:r>
            <a:r>
              <a:rPr lang="en-US" dirty="0"/>
              <a:t>, </a:t>
            </a:r>
            <a:r>
              <a:rPr lang="en-US" dirty="0" err="1"/>
              <a:t>apenas</a:t>
            </a:r>
            <a:r>
              <a:rPr lang="en-US" dirty="0"/>
              <a:t> 0,7 </a:t>
            </a:r>
            <a:r>
              <a:rPr lang="en-US" dirty="0" err="1"/>
              <a:t>pontos</a:t>
            </a:r>
            <a:r>
              <a:rPr lang="en-US" dirty="0"/>
              <a:t> </a:t>
            </a:r>
            <a:r>
              <a:rPr lang="en-US" dirty="0" err="1"/>
              <a:t>percentuais</a:t>
            </a:r>
            <a:r>
              <a:rPr lang="en-US" dirty="0"/>
              <a:t>. Foi o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escolhido</a:t>
            </a:r>
            <a:r>
              <a:rPr lang="en-US" dirty="0"/>
              <a:t> </a:t>
            </a:r>
            <a:r>
              <a:rPr lang="en-US" dirty="0" err="1"/>
              <a:t>nesta</a:t>
            </a:r>
            <a:r>
              <a:rPr lang="en-US" dirty="0"/>
              <a:t> </a:t>
            </a:r>
            <a:r>
              <a:rPr lang="en-US" dirty="0" err="1"/>
              <a:t>comparação</a:t>
            </a:r>
            <a:r>
              <a:rPr lang="en-US" dirty="0"/>
              <a:t>, mas a </a:t>
            </a:r>
            <a:r>
              <a:rPr lang="en-US" dirty="0" err="1"/>
              <a:t>diferença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prova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superioridade</a:t>
            </a:r>
            <a:r>
              <a:rPr lang="en-US" dirty="0"/>
              <a:t> </a:t>
            </a:r>
            <a:r>
              <a:rPr lang="en-US" dirty="0" err="1"/>
              <a:t>estatística</a:t>
            </a:r>
            <a:r>
              <a:rPr lang="en-US" dirty="0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“No teste, o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apresentou</a:t>
            </a:r>
            <a:r>
              <a:rPr lang="en-US" dirty="0"/>
              <a:t> um recall de 74,6%, um F1 de 60,5% e </a:t>
            </a:r>
            <a:r>
              <a:rPr lang="en-US" dirty="0" err="1"/>
              <a:t>uma</a:t>
            </a:r>
            <a:r>
              <a:rPr lang="en-US" dirty="0"/>
              <a:t> ROC-AUC de 0,785.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três</a:t>
            </a:r>
            <a:r>
              <a:rPr lang="en-US" dirty="0"/>
              <a:t> </a:t>
            </a:r>
            <a:r>
              <a:rPr lang="en-US" dirty="0" err="1"/>
              <a:t>critérios</a:t>
            </a:r>
            <a:r>
              <a:rPr lang="en-US" dirty="0"/>
              <a:t> </a:t>
            </a:r>
            <a:r>
              <a:rPr lang="en-US" dirty="0" err="1"/>
              <a:t>definidos</a:t>
            </a:r>
            <a:r>
              <a:rPr lang="en-US" dirty="0"/>
              <a:t> </a:t>
            </a:r>
            <a:r>
              <a:rPr lang="en-US" dirty="0" err="1"/>
              <a:t>foram</a:t>
            </a:r>
            <a:r>
              <a:rPr lang="en-US" dirty="0"/>
              <a:t> </a:t>
            </a:r>
            <a:r>
              <a:rPr lang="en-US" dirty="0" err="1"/>
              <a:t>atingidos</a:t>
            </a:r>
            <a:r>
              <a:rPr lang="en-US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 </a:t>
            </a:r>
            <a:r>
              <a:rPr lang="en-US" dirty="0" err="1"/>
              <a:t>índice</a:t>
            </a:r>
            <a:r>
              <a:rPr lang="en-US" dirty="0"/>
              <a:t> de </a:t>
            </a:r>
            <a:r>
              <a:rPr lang="en-US" dirty="0" err="1"/>
              <a:t>desenvolvimento</a:t>
            </a:r>
            <a:r>
              <a:rPr lang="en-US" dirty="0"/>
              <a:t> da </a:t>
            </a:r>
            <a:r>
              <a:rPr lang="en-US" dirty="0" err="1"/>
              <a:t>cidade</a:t>
            </a:r>
            <a:r>
              <a:rPr lang="en-US" dirty="0"/>
              <a:t> </a:t>
            </a:r>
            <a:r>
              <a:rPr lang="en-US" dirty="0" err="1"/>
              <a:t>foi</a:t>
            </a:r>
            <a:r>
              <a:rPr lang="en-US" dirty="0"/>
              <a:t> a </a:t>
            </a:r>
            <a:r>
              <a:rPr lang="en-US" dirty="0" err="1"/>
              <a:t>coluna</a:t>
            </a:r>
            <a:r>
              <a:rPr lang="en-US" dirty="0"/>
              <a:t> com </a:t>
            </a:r>
            <a:r>
              <a:rPr lang="en-US" dirty="0" err="1"/>
              <a:t>maior</a:t>
            </a:r>
            <a:r>
              <a:rPr lang="en-US" dirty="0"/>
              <a:t> </a:t>
            </a:r>
            <a:r>
              <a:rPr lang="en-US" dirty="0" err="1"/>
              <a:t>importância</a:t>
            </a:r>
            <a:r>
              <a:rPr lang="en-US" dirty="0"/>
              <a:t> no </a:t>
            </a:r>
            <a:r>
              <a:rPr lang="en-US" dirty="0" err="1"/>
              <a:t>modelo</a:t>
            </a:r>
            <a:r>
              <a:rPr lang="en-US" dirty="0"/>
              <a:t>, com 22,8%. </a:t>
            </a:r>
          </a:p>
          <a:p>
            <a:r>
              <a:rPr lang="en-US" dirty="0"/>
              <a:t>Esta </a:t>
            </a:r>
            <a:r>
              <a:rPr lang="en-US" dirty="0" err="1"/>
              <a:t>medida</a:t>
            </a:r>
            <a:r>
              <a:rPr lang="en-US" dirty="0"/>
              <a:t> </a:t>
            </a:r>
            <a:r>
              <a:rPr lang="en-US" dirty="0" err="1"/>
              <a:t>mostra</a:t>
            </a:r>
            <a:r>
              <a:rPr lang="en-US" dirty="0"/>
              <a:t> o </a:t>
            </a:r>
            <a:r>
              <a:rPr lang="en-US" dirty="0" err="1"/>
              <a:t>contributo</a:t>
            </a:r>
            <a:r>
              <a:rPr lang="en-US" dirty="0"/>
              <a:t> da </a:t>
            </a:r>
            <a:r>
              <a:rPr lang="en-US" dirty="0" err="1"/>
              <a:t>variável</a:t>
            </a:r>
            <a:r>
              <a:rPr lang="en-US" dirty="0"/>
              <a:t> para as </a:t>
            </a:r>
            <a:r>
              <a:rPr lang="en-US" dirty="0" err="1"/>
              <a:t>previsões</a:t>
            </a:r>
            <a:r>
              <a:rPr lang="en-US" dirty="0"/>
              <a:t>, mas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explica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só</a:t>
            </a:r>
            <a:r>
              <a:rPr lang="en-US" dirty="0"/>
              <a:t> a </a:t>
            </a:r>
            <a:r>
              <a:rPr lang="en-US" dirty="0" err="1"/>
              <a:t>direção</a:t>
            </a:r>
            <a:r>
              <a:rPr lang="en-US" dirty="0"/>
              <a:t> da </a:t>
            </a:r>
            <a:r>
              <a:rPr lang="en-US" dirty="0" err="1"/>
              <a:t>relação</a:t>
            </a:r>
            <a:r>
              <a:rPr lang="en-US" dirty="0"/>
              <a:t> nem </a:t>
            </a:r>
            <a:r>
              <a:rPr lang="en-US" dirty="0" err="1"/>
              <a:t>uma</a:t>
            </a:r>
            <a:r>
              <a:rPr lang="en-US" dirty="0"/>
              <a:t> causa da </a:t>
            </a:r>
            <a:r>
              <a:rPr lang="en-US" dirty="0" err="1"/>
              <a:t>intenção</a:t>
            </a:r>
            <a:r>
              <a:rPr lang="en-US" dirty="0"/>
              <a:t> de </a:t>
            </a:r>
            <a:r>
              <a:rPr lang="en-US" dirty="0" err="1"/>
              <a:t>mudança</a:t>
            </a:r>
            <a:r>
              <a:rPr lang="en-US" dirty="0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 F1 </a:t>
            </a:r>
            <a:r>
              <a:rPr lang="en-US" dirty="0" err="1"/>
              <a:t>foi</a:t>
            </a:r>
            <a:r>
              <a:rPr lang="en-US" dirty="0"/>
              <a:t> de 62,4% no </a:t>
            </a:r>
            <a:r>
              <a:rPr lang="en-US" dirty="0" err="1"/>
              <a:t>treino</a:t>
            </a:r>
            <a:r>
              <a:rPr lang="en-US" dirty="0"/>
              <a:t>, 61,8%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validação</a:t>
            </a:r>
            <a:r>
              <a:rPr lang="en-US" dirty="0"/>
              <a:t> e 60,5% no teste. Como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próximos</a:t>
            </a:r>
            <a:r>
              <a:rPr lang="en-US" dirty="0"/>
              <a:t>,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observamos</a:t>
            </a:r>
            <a:r>
              <a:rPr lang="en-US" dirty="0"/>
              <a:t> </a:t>
            </a:r>
            <a:r>
              <a:rPr lang="en-US" dirty="0" err="1"/>
              <a:t>sinais</a:t>
            </a:r>
            <a:r>
              <a:rPr lang="en-US" dirty="0"/>
              <a:t> </a:t>
            </a:r>
            <a:r>
              <a:rPr lang="en-US" dirty="0" err="1"/>
              <a:t>relevantes</a:t>
            </a:r>
            <a:r>
              <a:rPr lang="en-US" dirty="0"/>
              <a:t> de overfitting </a:t>
            </a:r>
            <a:r>
              <a:rPr lang="en-US" dirty="0" err="1"/>
              <a:t>nesta</a:t>
            </a:r>
            <a:r>
              <a:rPr lang="en-US" dirty="0"/>
              <a:t> </a:t>
            </a:r>
            <a:r>
              <a:rPr lang="en-US" dirty="0" err="1"/>
              <a:t>comparação</a:t>
            </a:r>
            <a:r>
              <a:rPr lang="en-US" dirty="0"/>
              <a:t>. Isto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garante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esteja</a:t>
            </a:r>
            <a:r>
              <a:rPr lang="en-US" dirty="0"/>
              <a:t> </a:t>
            </a:r>
            <a:r>
              <a:rPr lang="en-US" dirty="0" err="1"/>
              <a:t>totalmente</a:t>
            </a:r>
            <a:r>
              <a:rPr lang="en-US" dirty="0"/>
              <a:t> </a:t>
            </a:r>
            <a:r>
              <a:rPr lang="en-US" dirty="0" err="1"/>
              <a:t>ausente</a:t>
            </a:r>
            <a:r>
              <a:rPr lang="en-US" dirty="0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identificou</a:t>
            </a:r>
            <a:r>
              <a:rPr lang="en-US" dirty="0"/>
              <a:t> 712 dos 955 </a:t>
            </a:r>
            <a:r>
              <a:rPr lang="en-US" dirty="0" err="1"/>
              <a:t>casos</a:t>
            </a:r>
            <a:r>
              <a:rPr lang="en-US" dirty="0"/>
              <a:t> Sim, mas </a:t>
            </a:r>
            <a:r>
              <a:rPr lang="en-US" dirty="0" err="1"/>
              <a:t>deixou</a:t>
            </a:r>
            <a:r>
              <a:rPr lang="en-US" dirty="0"/>
              <a:t> </a:t>
            </a:r>
            <a:r>
              <a:rPr lang="en-US" dirty="0" err="1"/>
              <a:t>escapar</a:t>
            </a:r>
            <a:r>
              <a:rPr lang="en-US" dirty="0"/>
              <a:t> 243 e </a:t>
            </a:r>
            <a:r>
              <a:rPr lang="en-US" dirty="0" err="1"/>
              <a:t>gerou</a:t>
            </a:r>
            <a:r>
              <a:rPr lang="en-US" dirty="0"/>
              <a:t> 687 </a:t>
            </a:r>
            <a:r>
              <a:rPr lang="en-US" dirty="0" err="1"/>
              <a:t>falsos</a:t>
            </a:r>
            <a:r>
              <a:rPr lang="en-US" dirty="0"/>
              <a:t> </a:t>
            </a:r>
            <a:r>
              <a:rPr lang="en-US" dirty="0" err="1"/>
              <a:t>positivos</a:t>
            </a:r>
            <a:r>
              <a:rPr lang="en-US" dirty="0"/>
              <a:t>. Ou </a:t>
            </a:r>
            <a:r>
              <a:rPr lang="en-US" dirty="0" err="1"/>
              <a:t>seja</a:t>
            </a:r>
            <a:r>
              <a:rPr lang="en-US" dirty="0"/>
              <a:t>, </a:t>
            </a:r>
            <a:r>
              <a:rPr lang="en-US" dirty="0" err="1"/>
              <a:t>consegue</a:t>
            </a:r>
            <a:r>
              <a:rPr lang="en-US" dirty="0"/>
              <a:t> encontrar </a:t>
            </a:r>
            <a:r>
              <a:rPr lang="en-US" dirty="0" err="1"/>
              <a:t>muitos</a:t>
            </a:r>
            <a:r>
              <a:rPr lang="en-US" dirty="0"/>
              <a:t> </a:t>
            </a:r>
            <a:r>
              <a:rPr lang="en-US" dirty="0" err="1"/>
              <a:t>casos</a:t>
            </a:r>
            <a:r>
              <a:rPr lang="en-US" dirty="0"/>
              <a:t> </a:t>
            </a:r>
            <a:r>
              <a:rPr lang="en-US" dirty="0" err="1"/>
              <a:t>relevantes</a:t>
            </a:r>
            <a:r>
              <a:rPr lang="en-US" dirty="0"/>
              <a:t>, mas </a:t>
            </a:r>
            <a:r>
              <a:rPr lang="en-US" dirty="0" err="1"/>
              <a:t>cerca</a:t>
            </a:r>
            <a:r>
              <a:rPr lang="en-US" dirty="0"/>
              <a:t> de </a:t>
            </a:r>
            <a:r>
              <a:rPr lang="en-US" dirty="0" err="1"/>
              <a:t>metade</a:t>
            </a:r>
            <a:r>
              <a:rPr lang="en-US" dirty="0"/>
              <a:t> dos </a:t>
            </a:r>
            <a:r>
              <a:rPr lang="en-US" dirty="0" err="1"/>
              <a:t>alertas</a:t>
            </a:r>
            <a:r>
              <a:rPr lang="en-US" dirty="0"/>
              <a:t> Sim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corresponde</a:t>
            </a:r>
            <a:r>
              <a:rPr lang="en-US" dirty="0"/>
              <a:t> a </a:t>
            </a:r>
            <a:r>
              <a:rPr lang="en-US" dirty="0" err="1"/>
              <a:t>casos</a:t>
            </a:r>
            <a:r>
              <a:rPr lang="en-US" dirty="0"/>
              <a:t> Sim reais. É </a:t>
            </a:r>
            <a:r>
              <a:rPr lang="en-US" dirty="0" err="1"/>
              <a:t>necessária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análise</a:t>
            </a:r>
            <a:r>
              <a:rPr lang="en-US" dirty="0"/>
              <a:t> humana.”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Criámos</a:t>
            </a:r>
            <a:r>
              <a:rPr lang="en-US" dirty="0"/>
              <a:t> um </a:t>
            </a:r>
            <a:r>
              <a:rPr lang="en-US" dirty="0" err="1"/>
              <a:t>protótipo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recebe</a:t>
            </a:r>
            <a:r>
              <a:rPr lang="en-US" dirty="0"/>
              <a:t> </a:t>
            </a:r>
            <a:r>
              <a:rPr lang="en-US" dirty="0" err="1"/>
              <a:t>registos</a:t>
            </a:r>
            <a:r>
              <a:rPr lang="en-US" dirty="0"/>
              <a:t> e devolve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probabilidade</a:t>
            </a:r>
            <a:r>
              <a:rPr lang="en-US" dirty="0"/>
              <a:t> 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previsão</a:t>
            </a:r>
            <a:r>
              <a:rPr lang="en-US" dirty="0"/>
              <a:t> Sim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. É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demonstração</a:t>
            </a:r>
            <a:r>
              <a:rPr lang="en-US" dirty="0"/>
              <a:t> </a:t>
            </a:r>
            <a:r>
              <a:rPr lang="en-US" dirty="0" err="1"/>
              <a:t>técnica</a:t>
            </a:r>
            <a:r>
              <a:rPr lang="en-US" dirty="0"/>
              <a:t>, </a:t>
            </a:r>
            <a:r>
              <a:rPr lang="en-US" dirty="0" err="1"/>
              <a:t>ainda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solução</a:t>
            </a:r>
            <a:r>
              <a:rPr lang="en-US" dirty="0"/>
              <a:t> </a:t>
            </a:r>
            <a:r>
              <a:rPr lang="en-US" dirty="0" err="1"/>
              <a:t>implementada</a:t>
            </a:r>
            <a:r>
              <a:rPr lang="en-US" dirty="0"/>
              <a:t> </a:t>
            </a:r>
            <a:r>
              <a:rPr lang="en-US" dirty="0" err="1"/>
              <a:t>numa</a:t>
            </a:r>
            <a:r>
              <a:rPr lang="en-US" dirty="0"/>
              <a:t> </a:t>
            </a:r>
            <a:r>
              <a:rPr lang="en-US" dirty="0" err="1"/>
              <a:t>organização</a:t>
            </a:r>
            <a:r>
              <a:rPr lang="en-US" dirty="0"/>
              <a:t>. </a:t>
            </a:r>
            <a:r>
              <a:rPr lang="en-US" dirty="0" err="1"/>
              <a:t>Qualquer</a:t>
            </a:r>
            <a:r>
              <a:rPr lang="en-US" dirty="0"/>
              <a:t> </a:t>
            </a:r>
            <a:r>
              <a:rPr lang="en-US" dirty="0" err="1"/>
              <a:t>resultado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ser </a:t>
            </a:r>
            <a:r>
              <a:rPr lang="en-US" dirty="0" err="1"/>
              <a:t>revisto</a:t>
            </a:r>
            <a:r>
              <a:rPr lang="en-US" dirty="0"/>
              <a:t> </a:t>
            </a:r>
            <a:r>
              <a:rPr lang="en-US" dirty="0" err="1"/>
              <a:t>pelos</a:t>
            </a:r>
            <a:r>
              <a:rPr lang="en-US" dirty="0"/>
              <a:t> RH.”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 </a:t>
            </a:r>
            <a:r>
              <a:rPr lang="en-US" dirty="0" err="1"/>
              <a:t>aplicação</a:t>
            </a:r>
            <a:r>
              <a:rPr lang="en-US" dirty="0"/>
              <a:t> do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custos </a:t>
            </a:r>
            <a:r>
              <a:rPr lang="en-US" dirty="0" err="1"/>
              <a:t>potenciais</a:t>
            </a:r>
            <a:r>
              <a:rPr lang="en-US" dirty="0"/>
              <a:t>: </a:t>
            </a:r>
            <a:r>
              <a:rPr lang="en-US" dirty="0" err="1"/>
              <a:t>contactos</a:t>
            </a:r>
            <a:r>
              <a:rPr lang="en-US" dirty="0"/>
              <a:t> </a:t>
            </a:r>
            <a:r>
              <a:rPr lang="en-US" dirty="0" err="1"/>
              <a:t>desnecessários</a:t>
            </a:r>
            <a:r>
              <a:rPr lang="en-US" dirty="0"/>
              <a:t>, </a:t>
            </a:r>
            <a:r>
              <a:rPr lang="en-US" dirty="0" err="1"/>
              <a:t>casos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identificados</a:t>
            </a:r>
            <a:r>
              <a:rPr lang="en-US" dirty="0"/>
              <a:t>, </a:t>
            </a:r>
            <a:r>
              <a:rPr lang="en-US" dirty="0" err="1"/>
              <a:t>manutenção</a:t>
            </a:r>
            <a:r>
              <a:rPr lang="en-US" dirty="0"/>
              <a:t>, ferramentas e tempo da </a:t>
            </a:r>
            <a:r>
              <a:rPr lang="en-US" dirty="0" err="1"/>
              <a:t>equipa</a:t>
            </a:r>
            <a:r>
              <a:rPr lang="en-US" dirty="0"/>
              <a:t>.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quantificámos</a:t>
            </a:r>
            <a:r>
              <a:rPr lang="en-US" dirty="0"/>
              <a:t> </a:t>
            </a:r>
            <a:r>
              <a:rPr lang="en-US" dirty="0" err="1"/>
              <a:t>estes</a:t>
            </a:r>
            <a:r>
              <a:rPr lang="en-US" dirty="0"/>
              <a:t> custos. Antes de </a:t>
            </a:r>
            <a:r>
              <a:rPr lang="en-US" dirty="0" err="1"/>
              <a:t>implementar</a:t>
            </a:r>
            <a:r>
              <a:rPr lang="en-US" dirty="0"/>
              <a:t>, seria </a:t>
            </a:r>
            <a:r>
              <a:rPr lang="en-US" dirty="0" err="1"/>
              <a:t>necessário</a:t>
            </a:r>
            <a:r>
              <a:rPr lang="en-US" dirty="0"/>
              <a:t> </a:t>
            </a:r>
            <a:r>
              <a:rPr lang="en-US" dirty="0" err="1"/>
              <a:t>avaliar</a:t>
            </a:r>
            <a:r>
              <a:rPr lang="en-US" dirty="0"/>
              <a:t> o </a:t>
            </a:r>
            <a:r>
              <a:rPr lang="en-US" dirty="0" err="1"/>
              <a:t>custo-benefício</a:t>
            </a:r>
            <a:r>
              <a:rPr lang="en-US" dirty="0"/>
              <a:t> e </a:t>
            </a:r>
            <a:r>
              <a:rPr lang="en-US" dirty="0" err="1"/>
              <a:t>ajustar</a:t>
            </a:r>
            <a:r>
              <a:rPr lang="en-US" dirty="0"/>
              <a:t> o </a:t>
            </a:r>
            <a:r>
              <a:rPr lang="en-US" dirty="0" err="1"/>
              <a:t>limiar</a:t>
            </a:r>
            <a:r>
              <a:rPr lang="en-US" dirty="0"/>
              <a:t> à </a:t>
            </a:r>
            <a:r>
              <a:rPr lang="en-US" dirty="0" err="1"/>
              <a:t>capacidade</a:t>
            </a:r>
            <a:r>
              <a:rPr lang="en-US" dirty="0"/>
              <a:t> dos RH.”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 </a:t>
            </a:r>
            <a:r>
              <a:rPr lang="en-US" dirty="0" err="1"/>
              <a:t>resposta</a:t>
            </a:r>
            <a:r>
              <a:rPr lang="en-US" dirty="0"/>
              <a:t> à </a:t>
            </a:r>
            <a:r>
              <a:rPr lang="en-US" dirty="0" err="1"/>
              <a:t>pergunta</a:t>
            </a:r>
            <a:r>
              <a:rPr lang="en-US" dirty="0"/>
              <a:t> </a:t>
            </a:r>
            <a:r>
              <a:rPr lang="en-US" dirty="0" err="1"/>
              <a:t>inicial</a:t>
            </a:r>
            <a:r>
              <a:rPr lang="en-US" dirty="0"/>
              <a:t> é sim, com </a:t>
            </a:r>
            <a:r>
              <a:rPr lang="en-US" dirty="0" err="1"/>
              <a:t>limitações</a:t>
            </a:r>
            <a:r>
              <a:rPr lang="en-US" dirty="0"/>
              <a:t>. O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identifica</a:t>
            </a:r>
            <a:r>
              <a:rPr lang="en-US" dirty="0"/>
              <a:t> </a:t>
            </a:r>
            <a:r>
              <a:rPr lang="en-US" dirty="0" err="1"/>
              <a:t>muitos</a:t>
            </a:r>
            <a:r>
              <a:rPr lang="en-US" dirty="0"/>
              <a:t> </a:t>
            </a:r>
            <a:r>
              <a:rPr lang="en-US" dirty="0" err="1"/>
              <a:t>candidatos</a:t>
            </a:r>
            <a:r>
              <a:rPr lang="en-US" dirty="0"/>
              <a:t> com </a:t>
            </a:r>
            <a:r>
              <a:rPr lang="en-US" dirty="0" err="1"/>
              <a:t>intenção</a:t>
            </a:r>
            <a:r>
              <a:rPr lang="en-US" dirty="0"/>
              <a:t> de </a:t>
            </a:r>
            <a:r>
              <a:rPr lang="en-US" dirty="0" err="1"/>
              <a:t>mudança</a:t>
            </a:r>
            <a:r>
              <a:rPr lang="en-US" dirty="0"/>
              <a:t>, mas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produz</a:t>
            </a:r>
            <a:r>
              <a:rPr lang="en-US" dirty="0"/>
              <a:t> </a:t>
            </a:r>
            <a:r>
              <a:rPr lang="en-US" dirty="0" err="1"/>
              <a:t>falsos</a:t>
            </a:r>
            <a:r>
              <a:rPr lang="en-US" dirty="0"/>
              <a:t> </a:t>
            </a:r>
            <a:r>
              <a:rPr lang="en-US" dirty="0" err="1"/>
              <a:t>alertas</a:t>
            </a:r>
            <a:r>
              <a:rPr lang="en-US" dirty="0"/>
              <a:t>. O </a:t>
            </a:r>
            <a:r>
              <a:rPr lang="en-US" dirty="0" err="1"/>
              <a:t>próximo</a:t>
            </a:r>
            <a:r>
              <a:rPr lang="en-US" dirty="0"/>
              <a:t> </a:t>
            </a:r>
            <a:r>
              <a:rPr lang="en-US" dirty="0" err="1"/>
              <a:t>passo</a:t>
            </a:r>
            <a:r>
              <a:rPr lang="en-US" dirty="0"/>
              <a:t> é </a:t>
            </a:r>
            <a:r>
              <a:rPr lang="en-US" dirty="0" err="1"/>
              <a:t>validá</a:t>
            </a:r>
            <a:r>
              <a:rPr lang="en-US" dirty="0"/>
              <a:t>-lo com dados </a:t>
            </a:r>
            <a:r>
              <a:rPr lang="en-US" dirty="0" err="1"/>
              <a:t>novos</a:t>
            </a:r>
            <a:r>
              <a:rPr lang="en-US" dirty="0"/>
              <a:t>, </a:t>
            </a:r>
            <a:r>
              <a:rPr lang="en-US" dirty="0" err="1"/>
              <a:t>melhorar</a:t>
            </a:r>
            <a:r>
              <a:rPr lang="en-US" dirty="0"/>
              <a:t> a </a:t>
            </a:r>
            <a:r>
              <a:rPr lang="en-US" dirty="0" err="1"/>
              <a:t>qualidade</a:t>
            </a:r>
            <a:r>
              <a:rPr lang="en-US" dirty="0"/>
              <a:t> dos dados e </a:t>
            </a:r>
            <a:r>
              <a:rPr lang="en-US" dirty="0" err="1"/>
              <a:t>garantir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apoia</a:t>
            </a:r>
            <a:r>
              <a:rPr lang="en-US" dirty="0"/>
              <a:t> — e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substitui</a:t>
            </a:r>
            <a:r>
              <a:rPr lang="en-US" dirty="0"/>
              <a:t> — a </a:t>
            </a:r>
            <a:r>
              <a:rPr lang="en-US" dirty="0" err="1"/>
              <a:t>decisão</a:t>
            </a:r>
            <a:r>
              <a:rPr lang="en-US" dirty="0"/>
              <a:t> humana.”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05158-080B-93A6-0F7B-3DA1797E3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CD338-009E-20B1-DC3B-375536506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C4B602-1A6A-1196-6341-D243CA318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 </a:t>
            </a:r>
            <a:r>
              <a:rPr lang="en-US" dirty="0" err="1"/>
              <a:t>resposta</a:t>
            </a:r>
            <a:r>
              <a:rPr lang="en-US" dirty="0"/>
              <a:t> à </a:t>
            </a:r>
            <a:r>
              <a:rPr lang="en-US" dirty="0" err="1"/>
              <a:t>pergunta</a:t>
            </a:r>
            <a:r>
              <a:rPr lang="en-US" dirty="0"/>
              <a:t> </a:t>
            </a:r>
            <a:r>
              <a:rPr lang="en-US" dirty="0" err="1"/>
              <a:t>inicial</a:t>
            </a:r>
            <a:r>
              <a:rPr lang="en-US" dirty="0"/>
              <a:t> é sim, com </a:t>
            </a:r>
            <a:r>
              <a:rPr lang="en-US" dirty="0" err="1"/>
              <a:t>limitações</a:t>
            </a:r>
            <a:r>
              <a:rPr lang="en-US" dirty="0"/>
              <a:t>. O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identifica</a:t>
            </a:r>
            <a:r>
              <a:rPr lang="en-US" dirty="0"/>
              <a:t> </a:t>
            </a:r>
            <a:r>
              <a:rPr lang="en-US" dirty="0" err="1"/>
              <a:t>muitos</a:t>
            </a:r>
            <a:r>
              <a:rPr lang="en-US" dirty="0"/>
              <a:t> </a:t>
            </a:r>
            <a:r>
              <a:rPr lang="en-US" dirty="0" err="1"/>
              <a:t>candidatos</a:t>
            </a:r>
            <a:r>
              <a:rPr lang="en-US" dirty="0"/>
              <a:t> com </a:t>
            </a:r>
            <a:r>
              <a:rPr lang="en-US" dirty="0" err="1"/>
              <a:t>intenção</a:t>
            </a:r>
            <a:r>
              <a:rPr lang="en-US" dirty="0"/>
              <a:t> de </a:t>
            </a:r>
            <a:r>
              <a:rPr lang="en-US" dirty="0" err="1"/>
              <a:t>mudança</a:t>
            </a:r>
            <a:r>
              <a:rPr lang="en-US" dirty="0"/>
              <a:t>, mas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produz</a:t>
            </a:r>
            <a:r>
              <a:rPr lang="en-US" dirty="0"/>
              <a:t> </a:t>
            </a:r>
            <a:r>
              <a:rPr lang="en-US" dirty="0" err="1"/>
              <a:t>falsos</a:t>
            </a:r>
            <a:r>
              <a:rPr lang="en-US" dirty="0"/>
              <a:t> </a:t>
            </a:r>
            <a:r>
              <a:rPr lang="en-US" dirty="0" err="1"/>
              <a:t>alertas</a:t>
            </a:r>
            <a:r>
              <a:rPr lang="en-US" dirty="0"/>
              <a:t>. O </a:t>
            </a:r>
            <a:r>
              <a:rPr lang="en-US" dirty="0" err="1"/>
              <a:t>próximo</a:t>
            </a:r>
            <a:r>
              <a:rPr lang="en-US" dirty="0"/>
              <a:t> </a:t>
            </a:r>
            <a:r>
              <a:rPr lang="en-US" dirty="0" err="1"/>
              <a:t>passo</a:t>
            </a:r>
            <a:r>
              <a:rPr lang="en-US" dirty="0"/>
              <a:t> é </a:t>
            </a:r>
            <a:r>
              <a:rPr lang="en-US" dirty="0" err="1"/>
              <a:t>validá</a:t>
            </a:r>
            <a:r>
              <a:rPr lang="en-US" dirty="0"/>
              <a:t>-lo com dados </a:t>
            </a:r>
            <a:r>
              <a:rPr lang="en-US" dirty="0" err="1"/>
              <a:t>novos</a:t>
            </a:r>
            <a:r>
              <a:rPr lang="en-US" dirty="0"/>
              <a:t>, </a:t>
            </a:r>
            <a:r>
              <a:rPr lang="en-US" dirty="0" err="1"/>
              <a:t>melhorar</a:t>
            </a:r>
            <a:r>
              <a:rPr lang="en-US" dirty="0"/>
              <a:t> a </a:t>
            </a:r>
            <a:r>
              <a:rPr lang="en-US" dirty="0" err="1"/>
              <a:t>qualidade</a:t>
            </a:r>
            <a:r>
              <a:rPr lang="en-US" dirty="0"/>
              <a:t> dos dados e </a:t>
            </a:r>
            <a:r>
              <a:rPr lang="en-US" dirty="0" err="1"/>
              <a:t>garantir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apoia</a:t>
            </a:r>
            <a:r>
              <a:rPr lang="en-US" dirty="0"/>
              <a:t> — e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substitui</a:t>
            </a:r>
            <a:r>
              <a:rPr lang="en-US" dirty="0"/>
              <a:t> — a </a:t>
            </a:r>
            <a:r>
              <a:rPr lang="en-US" dirty="0" err="1"/>
              <a:t>decisão</a:t>
            </a:r>
            <a:r>
              <a:rPr lang="en-US" dirty="0"/>
              <a:t> humana.”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35D35-DA61-47B8-EFE8-D6D2DA81E06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78861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01BE216-D0FD-464F-8FC0-F68F1CC06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80FFD77-09BF-4BB4-897E-3C2DE57BC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6EBBDDDB-0DAD-48DC-90AD-2E3990CF9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12FA2FF-E4C3-4338-955D-0FBA1536A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AAE5C039-DFBE-4370-B121-97816F83A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2BDB049-340E-4C59-8C0B-3B84CDC28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020EC02-7C56-43FE-BAA6-CEC4D7FB0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B900D7B6-1413-4B04-B78C-7A947FEC8B7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E899000-8E12-4C91-B804-BA3A66242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BAC333D-CD36-4FFD-B555-833D4C036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OJETO DE ANÁLISE PREDITIVA">
            <a:extLst>
              <a:ext uri="{FF2B5EF4-FFF2-40B4-BE49-F238E27FC236}">
                <a16:creationId xmlns:a16="http://schemas.microsoft.com/office/drawing/2014/main" id="{B22BBE04-1C8C-44E9-BAAC-077ECA96649E}"/>
              </a:ext>
            </a:extLst>
          </p:cNvPr>
          <p:cNvSpPr>
            <a:spLocks noGrp="1"/>
          </p:cNvSpPr>
          <p:nvPr/>
        </p:nvSpPr>
        <p:spPr>
          <a:xfrm>
            <a:off x="533400" y="276225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3CBE2"/>
                </a:solidFill>
                <a:latin typeface="Aptos"/>
                <a:ea typeface="Aptos"/>
                <a:cs typeface="Aptos"/>
              </a:rPr>
              <a:t>PROJETO DE ANÁLISE PREDITIVA</a:t>
            </a:r>
          </a:p>
        </p:txBody>
      </p:sp>
      <p:sp>
        <p:nvSpPr>
          <p:cNvPr id="3" name="Projeto RH · Grupo 07">
            <a:extLst>
              <a:ext uri="{FF2B5EF4-FFF2-40B4-BE49-F238E27FC236}">
                <a16:creationId xmlns:a16="http://schemas.microsoft.com/office/drawing/2014/main" id="{028C1F4D-5059-44A0-AB04-0389B4F2A712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3CBE2"/>
                </a:solidFill>
                <a:latin typeface="Aptos"/>
                <a:ea typeface="Aptos"/>
                <a:cs typeface="Aptos"/>
              </a:rPr>
              <a:t>Projeto RH · Grupo 07</a:t>
            </a:r>
          </a:p>
        </p:txBody>
      </p:sp>
      <p:sp>
        <p:nvSpPr>
          <p:cNvPr id="4" name="Intenção de mudança&#10;de emprego">
            <a:extLst>
              <a:ext uri="{FF2B5EF4-FFF2-40B4-BE49-F238E27FC236}">
                <a16:creationId xmlns:a16="http://schemas.microsoft.com/office/drawing/2014/main" id="{A8D7DD29-BFFE-4418-8E31-466D77BA24CF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7239000" cy="171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5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5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5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5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5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5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5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5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5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5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5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Intenção de mudança</a:t>
            </a:r>
          </a:p>
          <a:p>
            <a:pPr algn="l">
              <a:buNone/>
              <a:defRPr sz="5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 emprego</a:t>
            </a:r>
          </a:p>
        </p:txBody>
      </p:sp>
      <p:sp>
        <p:nvSpPr>
          <p:cNvPr id="5" name="É possível prever quem procura mudar&#10;a p">
            <a:extLst>
              <a:ext uri="{FF2B5EF4-FFF2-40B4-BE49-F238E27FC236}">
                <a16:creationId xmlns:a16="http://schemas.microsoft.com/office/drawing/2014/main" id="{F8779252-13EB-4FFC-A581-ED53D9D53DFA}"/>
              </a:ext>
            </a:extLst>
          </p:cNvPr>
          <p:cNvSpPr>
            <a:spLocks noGrp="1"/>
          </p:cNvSpPr>
          <p:nvPr/>
        </p:nvSpPr>
        <p:spPr>
          <a:xfrm>
            <a:off x="561975" y="3476625"/>
            <a:ext cx="71437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pPr>
            <a:r>
              <a:rPr sz="2400" b="0" dirty="0">
                <a:solidFill>
                  <a:srgbClr val="BDD1E4"/>
                </a:solidFill>
                <a:latin typeface="Aptos"/>
                <a:ea typeface="Aptos"/>
                <a:cs typeface="Aptos"/>
              </a:rPr>
              <a:t>É </a:t>
            </a:r>
            <a:r>
              <a:rPr sz="2400" b="0" dirty="0" err="1">
                <a:solidFill>
                  <a:srgbClr val="BDD1E4"/>
                </a:solidFill>
                <a:latin typeface="Aptos"/>
                <a:ea typeface="Aptos"/>
                <a:cs typeface="Aptos"/>
              </a:rPr>
              <a:t>possível</a:t>
            </a:r>
            <a:r>
              <a:rPr sz="2400" b="0" dirty="0">
                <a:solidFill>
                  <a:srgbClr val="BDD1E4"/>
                </a:solidFill>
                <a:latin typeface="Aptos"/>
                <a:ea typeface="Aptos"/>
                <a:cs typeface="Aptos"/>
              </a:rPr>
              <a:t> </a:t>
            </a:r>
            <a:r>
              <a:rPr sz="2400" b="0" dirty="0" err="1">
                <a:solidFill>
                  <a:srgbClr val="BDD1E4"/>
                </a:solidFill>
                <a:latin typeface="Aptos"/>
                <a:ea typeface="Aptos"/>
                <a:cs typeface="Aptos"/>
              </a:rPr>
              <a:t>prever</a:t>
            </a:r>
            <a:r>
              <a:rPr sz="2400" b="0" dirty="0">
                <a:solidFill>
                  <a:srgbClr val="BDD1E4"/>
                </a:solidFill>
                <a:latin typeface="Aptos"/>
                <a:ea typeface="Aptos"/>
                <a:cs typeface="Aptos"/>
              </a:rPr>
              <a:t> quem </a:t>
            </a:r>
            <a:r>
              <a:rPr sz="2400" b="0" dirty="0" err="1">
                <a:solidFill>
                  <a:srgbClr val="BDD1E4"/>
                </a:solidFill>
                <a:latin typeface="Aptos"/>
                <a:ea typeface="Aptos"/>
                <a:cs typeface="Aptos"/>
              </a:rPr>
              <a:t>procura</a:t>
            </a:r>
            <a:r>
              <a:rPr sz="2400" b="0" dirty="0">
                <a:solidFill>
                  <a:srgbClr val="BDD1E4"/>
                </a:solidFill>
                <a:latin typeface="Aptos"/>
                <a:ea typeface="Aptos"/>
                <a:cs typeface="Aptos"/>
              </a:rPr>
              <a:t> mudar</a:t>
            </a:r>
            <a:r>
              <a:rPr lang="pt-PT" sz="2400" b="0" dirty="0">
                <a:solidFill>
                  <a:srgbClr val="BDD1E4"/>
                </a:solidFill>
                <a:latin typeface="Aptos"/>
                <a:ea typeface="Aptos"/>
                <a:cs typeface="Aptos"/>
              </a:rPr>
              <a:t> de emprego</a:t>
            </a:r>
            <a:endParaRPr sz="2400" b="0" dirty="0">
              <a:solidFill>
                <a:srgbClr val="BDD1E4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pPr>
            <a:r>
              <a:rPr sz="2400" b="0" dirty="0">
                <a:solidFill>
                  <a:srgbClr val="BDD1E4"/>
                </a:solidFill>
                <a:latin typeface="Aptos"/>
                <a:ea typeface="Aptos"/>
                <a:cs typeface="Aptos"/>
              </a:rPr>
              <a:t>a </a:t>
            </a:r>
            <a:r>
              <a:rPr sz="2400" b="0" dirty="0" err="1">
                <a:solidFill>
                  <a:srgbClr val="BDD1E4"/>
                </a:solidFill>
                <a:latin typeface="Aptos"/>
                <a:ea typeface="Aptos"/>
                <a:cs typeface="Aptos"/>
              </a:rPr>
              <a:t>partir</a:t>
            </a:r>
            <a:r>
              <a:rPr sz="2400" b="0" dirty="0">
                <a:solidFill>
                  <a:srgbClr val="BDD1E4"/>
                </a:solidFill>
                <a:latin typeface="Aptos"/>
                <a:ea typeface="Aptos"/>
                <a:cs typeface="Aptos"/>
              </a:rPr>
              <a:t> </a:t>
            </a:r>
            <a:r>
              <a:rPr lang="pt-PT" sz="2400" b="0" dirty="0">
                <a:solidFill>
                  <a:srgbClr val="BDD1E4"/>
                </a:solidFill>
                <a:latin typeface="Aptos"/>
                <a:ea typeface="Aptos"/>
                <a:cs typeface="Aptos"/>
              </a:rPr>
              <a:t>de um conjunto de</a:t>
            </a:r>
            <a:r>
              <a:rPr sz="2400" b="0" dirty="0">
                <a:solidFill>
                  <a:srgbClr val="BDD1E4"/>
                </a:solidFill>
                <a:latin typeface="Aptos"/>
                <a:ea typeface="Aptos"/>
                <a:cs typeface="Aptos"/>
              </a:rPr>
              <a:t> </a:t>
            </a:r>
            <a:r>
              <a:rPr sz="2400" b="0" dirty="0" err="1">
                <a:solidFill>
                  <a:srgbClr val="BDD1E4"/>
                </a:solidFill>
                <a:latin typeface="Aptos"/>
                <a:ea typeface="Aptos"/>
                <a:cs typeface="Aptos"/>
              </a:rPr>
              <a:t>características</a:t>
            </a:r>
            <a:r>
              <a:rPr sz="2400" b="0" dirty="0">
                <a:solidFill>
                  <a:srgbClr val="BDD1E4"/>
                </a:solidFill>
                <a:latin typeface="Aptos"/>
                <a:ea typeface="Aptos"/>
                <a:cs typeface="Aptos"/>
              </a:rPr>
              <a:t> </a:t>
            </a:r>
            <a:r>
              <a:rPr sz="2400" b="0" dirty="0" err="1">
                <a:solidFill>
                  <a:srgbClr val="BDD1E4"/>
                </a:solidFill>
                <a:latin typeface="Aptos"/>
                <a:ea typeface="Aptos"/>
                <a:cs typeface="Aptos"/>
              </a:rPr>
              <a:t>conhecidas</a:t>
            </a:r>
            <a:r>
              <a:rPr sz="2400" b="0" dirty="0">
                <a:solidFill>
                  <a:srgbClr val="BDD1E4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8716BF-0A44-43E2-B7CC-27DEE7C5CD34}"/>
              </a:ext>
            </a:extLst>
          </p:cNvPr>
          <p:cNvSpPr>
            <a:spLocks noGrp="1"/>
          </p:cNvSpPr>
          <p:nvPr/>
        </p:nvSpPr>
        <p:spPr>
          <a:xfrm>
            <a:off x="533400" y="4972050"/>
            <a:ext cx="895350" cy="47625"/>
          </a:xfrm>
          <a:prstGeom prst="rect">
            <a:avLst/>
          </a:prstGeom>
          <a:solidFill>
            <a:srgbClr val="DB8439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7" name="Apoio à análise de Recursos Humanos">
            <a:extLst>
              <a:ext uri="{FF2B5EF4-FFF2-40B4-BE49-F238E27FC236}">
                <a16:creationId xmlns:a16="http://schemas.microsoft.com/office/drawing/2014/main" id="{E54864FE-5C2C-4168-A0C3-B0BC84A1F3C6}"/>
              </a:ext>
            </a:extLst>
          </p:cNvPr>
          <p:cNvSpPr>
            <a:spLocks noGrp="1"/>
          </p:cNvSpPr>
          <p:nvPr/>
        </p:nvSpPr>
        <p:spPr>
          <a:xfrm>
            <a:off x="533400" y="5257800"/>
            <a:ext cx="733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0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0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0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0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0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0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0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0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0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0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Apoio à análise de Recursos Humanos</a:t>
            </a:r>
          </a:p>
        </p:txBody>
      </p:sp>
      <p:sp>
        <p:nvSpPr>
          <p:cNvPr id="8" name="Nuno Mota e Miguel Carvalho">
            <a:extLst>
              <a:ext uri="{FF2B5EF4-FFF2-40B4-BE49-F238E27FC236}">
                <a16:creationId xmlns:a16="http://schemas.microsoft.com/office/drawing/2014/main" id="{705608CB-3111-45B3-81C4-0A5D66659FE3}"/>
              </a:ext>
            </a:extLst>
          </p:cNvPr>
          <p:cNvSpPr>
            <a:spLocks noGrp="1"/>
          </p:cNvSpPr>
          <p:nvPr/>
        </p:nvSpPr>
        <p:spPr>
          <a:xfrm>
            <a:off x="533400" y="5962650"/>
            <a:ext cx="733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65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DD1E4"/>
                </a:solidFill>
                <a:latin typeface="Aptos"/>
                <a:ea typeface="Aptos"/>
                <a:cs typeface="Aptos"/>
              </a:rPr>
              <a:t>Nuno Mota e Miguel Carvalho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9BDE28-03DE-4857-966E-D2902348D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01000" y="1702449"/>
            <a:ext cx="3590925" cy="392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861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9F7DB-C244-E38A-8CC2-C5BF6BCF8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1138557-39E2-650A-6F1D-E1BEEE62B0AF}"/>
              </a:ext>
            </a:extLst>
          </p:cNvPr>
          <p:cNvSpPr>
            <a:spLocks noGrp="1"/>
          </p:cNvSpPr>
          <p:nvPr/>
        </p:nvSpPr>
        <p:spPr>
          <a:xfrm>
            <a:off x="635437" y="519507"/>
            <a:ext cx="619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pPr>
            <a:r>
              <a:rPr lang="pt-PT" sz="3150" b="1" dirty="0">
                <a:solidFill>
                  <a:srgbClr val="14243B"/>
                </a:solidFill>
                <a:latin typeface="+mj-lt"/>
                <a:ea typeface="Segoe UI"/>
                <a:cs typeface="Segoe UI"/>
              </a:rPr>
              <a:t>Contexto do projeto</a:t>
            </a:r>
            <a:endParaRPr sz="3150" b="1" dirty="0">
              <a:solidFill>
                <a:srgbClr val="14243B"/>
              </a:solidFill>
              <a:latin typeface="+mj-lt"/>
              <a:ea typeface="Segoe UI"/>
              <a:cs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2BD708-A852-4FAE-2F2E-DD9B97CC3402}"/>
              </a:ext>
            </a:extLst>
          </p:cNvPr>
          <p:cNvSpPr>
            <a:spLocks noGrp="1"/>
          </p:cNvSpPr>
          <p:nvPr/>
        </p:nvSpPr>
        <p:spPr>
          <a:xfrm>
            <a:off x="623888" y="878790"/>
            <a:ext cx="9853377" cy="13727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9pPr>
          </a:lstStyle>
          <a:p>
            <a:r>
              <a:rPr lang="en-US" sz="1800" b="0" dirty="0" err="1"/>
              <a:t>Avaliar</a:t>
            </a:r>
            <a:r>
              <a:rPr lang="en-US" sz="1800" b="0" dirty="0"/>
              <a:t> a </a:t>
            </a:r>
            <a:r>
              <a:rPr lang="en-US" sz="1800" b="0" dirty="0" err="1"/>
              <a:t>possibilidade</a:t>
            </a:r>
            <a:r>
              <a:rPr lang="en-US" sz="1800" b="0" dirty="0"/>
              <a:t> de </a:t>
            </a:r>
            <a:r>
              <a:rPr lang="en-US" sz="1800" b="0" dirty="0" err="1"/>
              <a:t>criar</a:t>
            </a:r>
            <a:r>
              <a:rPr lang="en-US" sz="1800" b="0" dirty="0"/>
              <a:t> um </a:t>
            </a:r>
            <a:r>
              <a:rPr lang="en-US" sz="1800" b="0" dirty="0" err="1"/>
              <a:t>modelo</a:t>
            </a:r>
            <a:r>
              <a:rPr lang="en-US" sz="1800" b="0" dirty="0"/>
              <a:t> </a:t>
            </a:r>
            <a:r>
              <a:rPr lang="en-US" sz="1800" b="0" dirty="0" err="1"/>
              <a:t>preditivo</a:t>
            </a:r>
            <a:r>
              <a:rPr lang="en-US" sz="1800" b="0" dirty="0"/>
              <a:t>, </a:t>
            </a:r>
            <a:r>
              <a:rPr lang="en-US" sz="1800" b="0" dirty="0" err="1"/>
              <a:t>baseado</a:t>
            </a:r>
            <a:r>
              <a:rPr lang="en-US" sz="1800" b="0" dirty="0"/>
              <a:t> num conjunto de </a:t>
            </a:r>
            <a:r>
              <a:rPr lang="en-US" sz="1800" b="0" dirty="0" err="1"/>
              <a:t>características</a:t>
            </a:r>
            <a:r>
              <a:rPr lang="en-US" sz="1800" b="0" dirty="0"/>
              <a:t>, </a:t>
            </a:r>
            <a:r>
              <a:rPr lang="en-US" sz="1800" b="0" dirty="0" err="1"/>
              <a:t>que</a:t>
            </a:r>
            <a:r>
              <a:rPr lang="en-US" sz="1800" b="0" dirty="0"/>
              <a:t> </a:t>
            </a:r>
            <a:r>
              <a:rPr lang="en-US" sz="1800" b="0" dirty="0" err="1"/>
              <a:t>permita</a:t>
            </a:r>
            <a:r>
              <a:rPr lang="en-US" sz="1800" b="0" dirty="0"/>
              <a:t> </a:t>
            </a:r>
            <a:r>
              <a:rPr lang="en-US" sz="1800" b="0" dirty="0" err="1"/>
              <a:t>estimar</a:t>
            </a:r>
            <a:r>
              <a:rPr lang="en-US" sz="1800" b="0" dirty="0"/>
              <a:t> a </a:t>
            </a:r>
            <a:r>
              <a:rPr lang="en-US" sz="1800" b="0" dirty="0" err="1"/>
              <a:t>intenção</a:t>
            </a:r>
            <a:r>
              <a:rPr lang="en-US" sz="1800" b="0" dirty="0"/>
              <a:t> de </a:t>
            </a:r>
            <a:r>
              <a:rPr lang="en-US" sz="1800" b="0" dirty="0" err="1"/>
              <a:t>mudança</a:t>
            </a:r>
            <a:r>
              <a:rPr lang="en-US" sz="1800" b="0" dirty="0"/>
              <a:t> de </a:t>
            </a:r>
            <a:r>
              <a:rPr lang="en-US" sz="1800" b="0" dirty="0" err="1"/>
              <a:t>emprego</a:t>
            </a:r>
            <a:r>
              <a:rPr lang="en-US" sz="1800" b="0" dirty="0"/>
              <a:t> e com </a:t>
            </a:r>
            <a:r>
              <a:rPr lang="en-US" sz="1800" b="0" dirty="0" err="1"/>
              <a:t>isso</a:t>
            </a:r>
            <a:r>
              <a:rPr lang="en-US" sz="1800" b="0" dirty="0"/>
              <a:t> </a:t>
            </a:r>
            <a:r>
              <a:rPr lang="en-US" sz="1800" b="0" dirty="0" err="1"/>
              <a:t>apoiar</a:t>
            </a:r>
            <a:r>
              <a:rPr lang="en-US" sz="1800" b="0" dirty="0"/>
              <a:t> </a:t>
            </a:r>
            <a:r>
              <a:rPr lang="en-US" sz="1800" b="0" dirty="0" err="1"/>
              <a:t>estratégias</a:t>
            </a:r>
            <a:r>
              <a:rPr lang="en-US" sz="1800" b="0" dirty="0"/>
              <a:t> de </a:t>
            </a:r>
            <a:r>
              <a:rPr lang="en-US" sz="1800" b="0" dirty="0" err="1"/>
              <a:t>gestão</a:t>
            </a:r>
            <a:r>
              <a:rPr lang="en-US" sz="1800" b="0" dirty="0"/>
              <a:t> de </a:t>
            </a:r>
            <a:r>
              <a:rPr lang="en-US" sz="1800" b="0" dirty="0" err="1"/>
              <a:t>talento</a:t>
            </a:r>
            <a:r>
              <a:rPr lang="en-US" sz="1800" b="0" dirty="0"/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5C5395-95A0-F74F-B6F2-44CC9E21FBC1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619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Projeto RH  ·  Grupo 07</a:t>
            </a:r>
          </a:p>
        </p:txBody>
      </p:sp>
      <p:sp>
        <p:nvSpPr>
          <p:cNvPr id="58" name="Rounded Rectangle 6">
            <a:extLst>
              <a:ext uri="{FF2B5EF4-FFF2-40B4-BE49-F238E27FC236}">
                <a16:creationId xmlns:a16="http://schemas.microsoft.com/office/drawing/2014/main" id="{10B1E9BC-4B56-E519-AF5C-05FEF130C768}"/>
              </a:ext>
            </a:extLst>
          </p:cNvPr>
          <p:cNvSpPr/>
          <p:nvPr/>
        </p:nvSpPr>
        <p:spPr>
          <a:xfrm>
            <a:off x="649017" y="2629439"/>
            <a:ext cx="2880360" cy="2297219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7">
            <a:extLst>
              <a:ext uri="{FF2B5EF4-FFF2-40B4-BE49-F238E27FC236}">
                <a16:creationId xmlns:a16="http://schemas.microsoft.com/office/drawing/2014/main" id="{F6E11844-EAD4-EF8C-5879-2EE410F9ECFD}"/>
              </a:ext>
            </a:extLst>
          </p:cNvPr>
          <p:cNvSpPr/>
          <p:nvPr/>
        </p:nvSpPr>
        <p:spPr>
          <a:xfrm>
            <a:off x="4562649" y="2629439"/>
            <a:ext cx="2880360" cy="2297219"/>
          </a:xfrm>
          <a:prstGeom prst="roundRect">
            <a:avLst/>
          </a:prstGeom>
          <a:solidFill>
            <a:srgbClr val="FA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8">
            <a:extLst>
              <a:ext uri="{FF2B5EF4-FFF2-40B4-BE49-F238E27FC236}">
                <a16:creationId xmlns:a16="http://schemas.microsoft.com/office/drawing/2014/main" id="{C37A763A-CF08-1690-9311-86CFB0FBB7E3}"/>
              </a:ext>
            </a:extLst>
          </p:cNvPr>
          <p:cNvSpPr/>
          <p:nvPr/>
        </p:nvSpPr>
        <p:spPr>
          <a:xfrm>
            <a:off x="8476281" y="2629439"/>
            <a:ext cx="2880360" cy="2297219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54CC254-1E86-AB77-FFCF-B3BD8B3FF315}"/>
              </a:ext>
            </a:extLst>
          </p:cNvPr>
          <p:cNvSpPr txBox="1"/>
          <p:nvPr/>
        </p:nvSpPr>
        <p:spPr>
          <a:xfrm>
            <a:off x="841041" y="2766600"/>
            <a:ext cx="384048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363A0"/>
                </a:solidFill>
                <a:latin typeface="Aptos"/>
              </a:rPr>
              <a:t>01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DCB2CB4-7594-167E-6B80-0C4159294F6A}"/>
              </a:ext>
            </a:extLst>
          </p:cNvPr>
          <p:cNvSpPr/>
          <p:nvPr/>
        </p:nvSpPr>
        <p:spPr>
          <a:xfrm>
            <a:off x="936751" y="3389888"/>
            <a:ext cx="256032" cy="256032"/>
          </a:xfrm>
          <a:prstGeom prst="ellipse">
            <a:avLst/>
          </a:prstGeom>
          <a:solidFill>
            <a:srgbClr val="33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B5B470F0-E475-1CA2-C51B-6B349D8BA52B}"/>
              </a:ext>
            </a:extLst>
          </p:cNvPr>
          <p:cNvSpPr/>
          <p:nvPr/>
        </p:nvSpPr>
        <p:spPr>
          <a:xfrm>
            <a:off x="863599" y="3618488"/>
            <a:ext cx="420624" cy="347472"/>
          </a:xfrm>
          <a:prstGeom prst="arc">
            <a:avLst/>
          </a:prstGeom>
          <a:solidFill>
            <a:srgbClr val="33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4F93BF5-B2F1-C37F-914F-01345B28883F}"/>
              </a:ext>
            </a:extLst>
          </p:cNvPr>
          <p:cNvSpPr txBox="1"/>
          <p:nvPr/>
        </p:nvSpPr>
        <p:spPr>
          <a:xfrm>
            <a:off x="1142793" y="2831852"/>
            <a:ext cx="2298841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3363A0"/>
                </a:solidFill>
                <a:latin typeface="Aptos"/>
              </a:rPr>
              <a:t>DADOS DO CANDIDATO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BFBD09-7826-E9AD-4113-BB6155FB0426}"/>
              </a:ext>
            </a:extLst>
          </p:cNvPr>
          <p:cNvSpPr txBox="1"/>
          <p:nvPr/>
        </p:nvSpPr>
        <p:spPr>
          <a:xfrm>
            <a:off x="936751" y="3984248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dirty="0" err="1">
                <a:solidFill>
                  <a:srgbClr val="18273D"/>
                </a:solidFill>
                <a:latin typeface="Aptos"/>
              </a:rPr>
              <a:t>Perfil</a:t>
            </a:r>
            <a:r>
              <a:rPr sz="1200" dirty="0">
                <a:solidFill>
                  <a:srgbClr val="18273D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8273D"/>
                </a:solidFill>
                <a:latin typeface="Aptos"/>
              </a:rPr>
              <a:t>demográfico</a:t>
            </a:r>
            <a:endParaRPr sz="1200" dirty="0">
              <a:solidFill>
                <a:srgbClr val="18273D"/>
              </a:solidFill>
              <a:latin typeface="Apto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CAA0985-731B-B10D-A192-E0BBD2C11606}"/>
              </a:ext>
            </a:extLst>
          </p:cNvPr>
          <p:cNvSpPr txBox="1"/>
          <p:nvPr/>
        </p:nvSpPr>
        <p:spPr>
          <a:xfrm>
            <a:off x="936751" y="4226564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dirty="0">
                <a:solidFill>
                  <a:srgbClr val="18273D"/>
                </a:solidFill>
                <a:latin typeface="Aptos"/>
              </a:rPr>
              <a:t>Formação </a:t>
            </a:r>
            <a:r>
              <a:rPr sz="1200" dirty="0" err="1">
                <a:solidFill>
                  <a:srgbClr val="18273D"/>
                </a:solidFill>
                <a:latin typeface="Aptos"/>
              </a:rPr>
              <a:t>académica</a:t>
            </a:r>
            <a:endParaRPr sz="1200" dirty="0">
              <a:solidFill>
                <a:srgbClr val="18273D"/>
              </a:solidFill>
              <a:latin typeface="Apto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8FAE3F5-1EA6-BD13-035A-C6C5FF166E12}"/>
              </a:ext>
            </a:extLst>
          </p:cNvPr>
          <p:cNvSpPr txBox="1"/>
          <p:nvPr/>
        </p:nvSpPr>
        <p:spPr>
          <a:xfrm>
            <a:off x="936751" y="4436876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dirty="0" err="1">
                <a:solidFill>
                  <a:srgbClr val="18273D"/>
                </a:solidFill>
                <a:latin typeface="Aptos"/>
              </a:rPr>
              <a:t>Experiência</a:t>
            </a:r>
            <a:r>
              <a:rPr sz="1200" dirty="0">
                <a:solidFill>
                  <a:srgbClr val="18273D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8273D"/>
                </a:solidFill>
                <a:latin typeface="Aptos"/>
              </a:rPr>
              <a:t>profissional</a:t>
            </a:r>
            <a:endParaRPr sz="1200" dirty="0">
              <a:solidFill>
                <a:srgbClr val="18273D"/>
              </a:solidFill>
              <a:latin typeface="Apto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78EB6E4-D1C6-A30E-CD13-A5D2EDE6D393}"/>
              </a:ext>
            </a:extLst>
          </p:cNvPr>
          <p:cNvSpPr txBox="1"/>
          <p:nvPr/>
        </p:nvSpPr>
        <p:spPr>
          <a:xfrm>
            <a:off x="4754673" y="2766600"/>
            <a:ext cx="384048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DE8237"/>
                </a:solidFill>
                <a:latin typeface="Aptos"/>
              </a:rPr>
              <a:t>02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2D03128-C6A4-8CE8-C961-F9992EFA9589}"/>
              </a:ext>
            </a:extLst>
          </p:cNvPr>
          <p:cNvSpPr txBox="1"/>
          <p:nvPr/>
        </p:nvSpPr>
        <p:spPr>
          <a:xfrm>
            <a:off x="5093001" y="2824115"/>
            <a:ext cx="2194559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DE8237"/>
                </a:solidFill>
                <a:latin typeface="Aptos"/>
              </a:rPr>
              <a:t>ANÁLISE E MODELAÇÃO</a:t>
            </a:r>
          </a:p>
        </p:txBody>
      </p:sp>
      <p:cxnSp>
        <p:nvCxnSpPr>
          <p:cNvPr id="70" name="Connector 18">
            <a:extLst>
              <a:ext uri="{FF2B5EF4-FFF2-40B4-BE49-F238E27FC236}">
                <a16:creationId xmlns:a16="http://schemas.microsoft.com/office/drawing/2014/main" id="{C6BA7D8D-E9F1-FD6C-C6DD-583AB19333A5}"/>
              </a:ext>
            </a:extLst>
          </p:cNvPr>
          <p:cNvCxnSpPr>
            <a:cxnSpLocks/>
          </p:cNvCxnSpPr>
          <p:nvPr/>
        </p:nvCxnSpPr>
        <p:spPr>
          <a:xfrm>
            <a:off x="5001561" y="3571272"/>
            <a:ext cx="411480" cy="246888"/>
          </a:xfrm>
          <a:prstGeom prst="line">
            <a:avLst/>
          </a:prstGeom>
          <a:ln w="20320">
            <a:solidFill>
              <a:srgbClr val="DE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19">
            <a:extLst>
              <a:ext uri="{FF2B5EF4-FFF2-40B4-BE49-F238E27FC236}">
                <a16:creationId xmlns:a16="http://schemas.microsoft.com/office/drawing/2014/main" id="{F96D3467-7CFB-B5B3-0ED1-F1CF93E0E427}"/>
              </a:ext>
            </a:extLst>
          </p:cNvPr>
          <p:cNvCxnSpPr>
            <a:cxnSpLocks/>
          </p:cNvCxnSpPr>
          <p:nvPr/>
        </p:nvCxnSpPr>
        <p:spPr>
          <a:xfrm flipV="1">
            <a:off x="5001561" y="3406680"/>
            <a:ext cx="411480" cy="164592"/>
          </a:xfrm>
          <a:prstGeom prst="line">
            <a:avLst/>
          </a:prstGeom>
          <a:ln w="20320">
            <a:solidFill>
              <a:srgbClr val="DE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20">
            <a:extLst>
              <a:ext uri="{FF2B5EF4-FFF2-40B4-BE49-F238E27FC236}">
                <a16:creationId xmlns:a16="http://schemas.microsoft.com/office/drawing/2014/main" id="{3AC9D938-DC0E-567D-5AAD-D4237485A411}"/>
              </a:ext>
            </a:extLst>
          </p:cNvPr>
          <p:cNvCxnSpPr>
            <a:cxnSpLocks/>
          </p:cNvCxnSpPr>
          <p:nvPr/>
        </p:nvCxnSpPr>
        <p:spPr>
          <a:xfrm>
            <a:off x="5413041" y="3406680"/>
            <a:ext cx="402336" cy="201168"/>
          </a:xfrm>
          <a:prstGeom prst="line">
            <a:avLst/>
          </a:prstGeom>
          <a:ln w="20320">
            <a:solidFill>
              <a:srgbClr val="DE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21">
            <a:extLst>
              <a:ext uri="{FF2B5EF4-FFF2-40B4-BE49-F238E27FC236}">
                <a16:creationId xmlns:a16="http://schemas.microsoft.com/office/drawing/2014/main" id="{56B9479C-D507-5908-6123-88E7E5135AD4}"/>
              </a:ext>
            </a:extLst>
          </p:cNvPr>
          <p:cNvCxnSpPr>
            <a:cxnSpLocks/>
          </p:cNvCxnSpPr>
          <p:nvPr/>
        </p:nvCxnSpPr>
        <p:spPr>
          <a:xfrm flipV="1">
            <a:off x="5413041" y="3607848"/>
            <a:ext cx="402336" cy="210312"/>
          </a:xfrm>
          <a:prstGeom prst="line">
            <a:avLst/>
          </a:prstGeom>
          <a:ln w="20320">
            <a:solidFill>
              <a:srgbClr val="DE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22">
            <a:extLst>
              <a:ext uri="{FF2B5EF4-FFF2-40B4-BE49-F238E27FC236}">
                <a16:creationId xmlns:a16="http://schemas.microsoft.com/office/drawing/2014/main" id="{5ED8A38D-6514-DDB6-6008-7D6E37A56C59}"/>
              </a:ext>
            </a:extLst>
          </p:cNvPr>
          <p:cNvCxnSpPr>
            <a:cxnSpLocks/>
          </p:cNvCxnSpPr>
          <p:nvPr/>
        </p:nvCxnSpPr>
        <p:spPr>
          <a:xfrm flipV="1">
            <a:off x="5815377" y="3434112"/>
            <a:ext cx="374904" cy="173736"/>
          </a:xfrm>
          <a:prstGeom prst="line">
            <a:avLst/>
          </a:prstGeom>
          <a:ln w="20320">
            <a:solidFill>
              <a:srgbClr val="DE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23">
            <a:extLst>
              <a:ext uri="{FF2B5EF4-FFF2-40B4-BE49-F238E27FC236}">
                <a16:creationId xmlns:a16="http://schemas.microsoft.com/office/drawing/2014/main" id="{ABFEDB12-2D96-5505-1687-53CF38AF98D6}"/>
              </a:ext>
            </a:extLst>
          </p:cNvPr>
          <p:cNvCxnSpPr>
            <a:cxnSpLocks/>
          </p:cNvCxnSpPr>
          <p:nvPr/>
        </p:nvCxnSpPr>
        <p:spPr>
          <a:xfrm>
            <a:off x="5815377" y="3607848"/>
            <a:ext cx="374904" cy="228600"/>
          </a:xfrm>
          <a:prstGeom prst="line">
            <a:avLst/>
          </a:prstGeom>
          <a:ln w="20320">
            <a:solidFill>
              <a:srgbClr val="DE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29C04B15-927C-C834-BD7B-2AF164E3E25F}"/>
              </a:ext>
            </a:extLst>
          </p:cNvPr>
          <p:cNvSpPr/>
          <p:nvPr/>
        </p:nvSpPr>
        <p:spPr>
          <a:xfrm>
            <a:off x="4919265" y="3488976"/>
            <a:ext cx="164592" cy="164592"/>
          </a:xfrm>
          <a:prstGeom prst="ellipse">
            <a:avLst/>
          </a:prstGeom>
          <a:solidFill>
            <a:srgbClr val="DE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4AD5EAFF-1F0B-ED85-2D15-46FAACFFE7BA}"/>
              </a:ext>
            </a:extLst>
          </p:cNvPr>
          <p:cNvSpPr/>
          <p:nvPr/>
        </p:nvSpPr>
        <p:spPr>
          <a:xfrm>
            <a:off x="5330745" y="3324384"/>
            <a:ext cx="164592" cy="164592"/>
          </a:xfrm>
          <a:prstGeom prst="ellipse">
            <a:avLst/>
          </a:prstGeom>
          <a:solidFill>
            <a:srgbClr val="DE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9068DF9-0259-2211-3221-BEA38EF41EC4}"/>
              </a:ext>
            </a:extLst>
          </p:cNvPr>
          <p:cNvSpPr/>
          <p:nvPr/>
        </p:nvSpPr>
        <p:spPr>
          <a:xfrm>
            <a:off x="5330745" y="3735864"/>
            <a:ext cx="164592" cy="164592"/>
          </a:xfrm>
          <a:prstGeom prst="ellipse">
            <a:avLst/>
          </a:prstGeom>
          <a:solidFill>
            <a:srgbClr val="DE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5EF022C-0F5E-41DB-6938-1A580309C90E}"/>
              </a:ext>
            </a:extLst>
          </p:cNvPr>
          <p:cNvSpPr/>
          <p:nvPr/>
        </p:nvSpPr>
        <p:spPr>
          <a:xfrm>
            <a:off x="5733081" y="3525552"/>
            <a:ext cx="164592" cy="164592"/>
          </a:xfrm>
          <a:prstGeom prst="ellipse">
            <a:avLst/>
          </a:prstGeom>
          <a:solidFill>
            <a:srgbClr val="DE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6CE59BB-FAB5-3CEF-DF9D-C08FAC84C355}"/>
              </a:ext>
            </a:extLst>
          </p:cNvPr>
          <p:cNvSpPr/>
          <p:nvPr/>
        </p:nvSpPr>
        <p:spPr>
          <a:xfrm>
            <a:off x="6107985" y="3351816"/>
            <a:ext cx="164592" cy="164592"/>
          </a:xfrm>
          <a:prstGeom prst="ellipse">
            <a:avLst/>
          </a:prstGeom>
          <a:solidFill>
            <a:srgbClr val="DE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8B080BE-DF9E-4B8A-90E8-B504400C5544}"/>
              </a:ext>
            </a:extLst>
          </p:cNvPr>
          <p:cNvSpPr/>
          <p:nvPr/>
        </p:nvSpPr>
        <p:spPr>
          <a:xfrm>
            <a:off x="6107985" y="3754152"/>
            <a:ext cx="164592" cy="164592"/>
          </a:xfrm>
          <a:prstGeom prst="ellipse">
            <a:avLst/>
          </a:prstGeom>
          <a:solidFill>
            <a:srgbClr val="DE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7496316-EACE-B754-42A2-E01AC214DA08}"/>
              </a:ext>
            </a:extLst>
          </p:cNvPr>
          <p:cNvSpPr txBox="1"/>
          <p:nvPr/>
        </p:nvSpPr>
        <p:spPr>
          <a:xfrm>
            <a:off x="4919265" y="4011065"/>
            <a:ext cx="21945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pt-PT" sz="1200" dirty="0">
                <a:solidFill>
                  <a:srgbClr val="18273D"/>
                </a:solidFill>
                <a:latin typeface="Aptos"/>
              </a:rPr>
              <a:t>Tratamento e processamento </a:t>
            </a:r>
            <a:endParaRPr sz="1200" dirty="0">
              <a:solidFill>
                <a:srgbClr val="18273D"/>
              </a:solidFill>
              <a:latin typeface="Aptos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8F070C6-E363-5773-5EB4-3863F03B924D}"/>
              </a:ext>
            </a:extLst>
          </p:cNvPr>
          <p:cNvSpPr txBox="1"/>
          <p:nvPr/>
        </p:nvSpPr>
        <p:spPr>
          <a:xfrm>
            <a:off x="4919265" y="4235092"/>
            <a:ext cx="21945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200" dirty="0" err="1">
                <a:solidFill>
                  <a:srgbClr val="18273D"/>
                </a:solidFill>
              </a:rPr>
              <a:t>Identificar</a:t>
            </a:r>
            <a:r>
              <a:rPr lang="en-US" sz="1200" dirty="0">
                <a:solidFill>
                  <a:srgbClr val="18273D"/>
                </a:solidFill>
              </a:rPr>
              <a:t> </a:t>
            </a:r>
            <a:r>
              <a:rPr lang="en-US" sz="1200" dirty="0" err="1">
                <a:solidFill>
                  <a:srgbClr val="18273D"/>
                </a:solidFill>
              </a:rPr>
              <a:t>padrões</a:t>
            </a:r>
            <a:endParaRPr lang="en-US" sz="1200" dirty="0">
              <a:solidFill>
                <a:srgbClr val="18273D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CC41699-B608-E840-7E50-9C80363CA330}"/>
              </a:ext>
            </a:extLst>
          </p:cNvPr>
          <p:cNvSpPr txBox="1"/>
          <p:nvPr/>
        </p:nvSpPr>
        <p:spPr>
          <a:xfrm>
            <a:off x="8668305" y="2766600"/>
            <a:ext cx="384048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363A0"/>
                </a:solidFill>
                <a:latin typeface="Aptos"/>
              </a:rPr>
              <a:t>03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00390F1-438A-650D-8D50-B40DD7A26852}"/>
              </a:ext>
            </a:extLst>
          </p:cNvPr>
          <p:cNvSpPr txBox="1"/>
          <p:nvPr/>
        </p:nvSpPr>
        <p:spPr>
          <a:xfrm>
            <a:off x="9052353" y="2823399"/>
            <a:ext cx="16459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3363A0"/>
                </a:solidFill>
                <a:latin typeface="Aptos"/>
              </a:rPr>
              <a:t>PREVISÃO</a:t>
            </a:r>
          </a:p>
        </p:txBody>
      </p:sp>
      <p:sp>
        <p:nvSpPr>
          <p:cNvPr id="86" name="Rounded Rectangle 34">
            <a:extLst>
              <a:ext uri="{FF2B5EF4-FFF2-40B4-BE49-F238E27FC236}">
                <a16:creationId xmlns:a16="http://schemas.microsoft.com/office/drawing/2014/main" id="{80E18400-F9CE-C8AE-2E60-AEAC6ED9A5AF}"/>
              </a:ext>
            </a:extLst>
          </p:cNvPr>
          <p:cNvSpPr/>
          <p:nvPr/>
        </p:nvSpPr>
        <p:spPr>
          <a:xfrm>
            <a:off x="8842041" y="3443256"/>
            <a:ext cx="941832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3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95A827A-F31A-EBE3-712B-6D9246C12FFD}"/>
              </a:ext>
            </a:extLst>
          </p:cNvPr>
          <p:cNvSpPr txBox="1"/>
          <p:nvPr/>
        </p:nvSpPr>
        <p:spPr>
          <a:xfrm>
            <a:off x="8842041" y="3575725"/>
            <a:ext cx="94183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dirty="0">
                <a:solidFill>
                  <a:srgbClr val="3363A0"/>
                </a:solidFill>
                <a:latin typeface="Aptos"/>
              </a:rPr>
              <a:t>SIM</a:t>
            </a:r>
          </a:p>
        </p:txBody>
      </p:sp>
      <p:sp>
        <p:nvSpPr>
          <p:cNvPr id="88" name="Rounded Rectangle 36">
            <a:extLst>
              <a:ext uri="{FF2B5EF4-FFF2-40B4-BE49-F238E27FC236}">
                <a16:creationId xmlns:a16="http://schemas.microsoft.com/office/drawing/2014/main" id="{C63FBB62-3959-128A-00A5-9D20E1FF0C71}"/>
              </a:ext>
            </a:extLst>
          </p:cNvPr>
          <p:cNvSpPr/>
          <p:nvPr/>
        </p:nvSpPr>
        <p:spPr>
          <a:xfrm>
            <a:off x="9957609" y="3443256"/>
            <a:ext cx="941832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371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6269931-CDAA-7555-A55B-2C9C5CF17FE6}"/>
              </a:ext>
            </a:extLst>
          </p:cNvPr>
          <p:cNvSpPr txBox="1"/>
          <p:nvPr/>
        </p:nvSpPr>
        <p:spPr>
          <a:xfrm>
            <a:off x="9957609" y="3570379"/>
            <a:ext cx="94183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dirty="0">
                <a:solidFill>
                  <a:srgbClr val="63717F"/>
                </a:solidFill>
                <a:latin typeface="Aptos"/>
              </a:rPr>
              <a:t>NÃO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784665B-0BEF-2EC0-B0C7-C04EC4DBA516}"/>
              </a:ext>
            </a:extLst>
          </p:cNvPr>
          <p:cNvSpPr txBox="1"/>
          <p:nvPr/>
        </p:nvSpPr>
        <p:spPr>
          <a:xfrm>
            <a:off x="8814609" y="4031258"/>
            <a:ext cx="22402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dirty="0" err="1">
                <a:solidFill>
                  <a:srgbClr val="18273D"/>
                </a:solidFill>
                <a:latin typeface="Aptos"/>
              </a:rPr>
              <a:t>Estimar</a:t>
            </a:r>
            <a:r>
              <a:rPr sz="1200" dirty="0">
                <a:solidFill>
                  <a:srgbClr val="18273D"/>
                </a:solidFill>
                <a:latin typeface="Aptos"/>
              </a:rPr>
              <a:t> a </a:t>
            </a:r>
            <a:r>
              <a:rPr sz="1200" dirty="0" err="1">
                <a:solidFill>
                  <a:srgbClr val="18273D"/>
                </a:solidFill>
                <a:latin typeface="Aptos"/>
              </a:rPr>
              <a:t>intenção</a:t>
            </a:r>
            <a:r>
              <a:rPr lang="pt-PT" sz="1200" dirty="0">
                <a:solidFill>
                  <a:srgbClr val="18273D"/>
                </a:solidFill>
                <a:latin typeface="Aptos"/>
              </a:rPr>
              <a:t> de mudança em novos candidatos</a:t>
            </a:r>
            <a:endParaRPr sz="1200" dirty="0">
              <a:solidFill>
                <a:srgbClr val="18273D"/>
              </a:solidFill>
              <a:latin typeface="Aptos"/>
            </a:endParaRPr>
          </a:p>
        </p:txBody>
      </p:sp>
      <p:cxnSp>
        <p:nvCxnSpPr>
          <p:cNvPr id="92" name="Connector 40">
            <a:extLst>
              <a:ext uri="{FF2B5EF4-FFF2-40B4-BE49-F238E27FC236}">
                <a16:creationId xmlns:a16="http://schemas.microsoft.com/office/drawing/2014/main" id="{E0B75760-6C52-246E-CE11-A38FC7BFC0E1}"/>
              </a:ext>
            </a:extLst>
          </p:cNvPr>
          <p:cNvCxnSpPr>
            <a:cxnSpLocks/>
          </p:cNvCxnSpPr>
          <p:nvPr/>
        </p:nvCxnSpPr>
        <p:spPr>
          <a:xfrm>
            <a:off x="3666537" y="3626136"/>
            <a:ext cx="649224" cy="0"/>
          </a:xfrm>
          <a:prstGeom prst="line">
            <a:avLst/>
          </a:prstGeom>
          <a:ln w="21590">
            <a:solidFill>
              <a:srgbClr val="6371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Chevron 41">
            <a:extLst>
              <a:ext uri="{FF2B5EF4-FFF2-40B4-BE49-F238E27FC236}">
                <a16:creationId xmlns:a16="http://schemas.microsoft.com/office/drawing/2014/main" id="{D79A825D-6FD8-6042-D439-7BEF2CD8321A}"/>
              </a:ext>
            </a:extLst>
          </p:cNvPr>
          <p:cNvSpPr/>
          <p:nvPr/>
        </p:nvSpPr>
        <p:spPr>
          <a:xfrm>
            <a:off x="4206033" y="3498120"/>
            <a:ext cx="201168" cy="256032"/>
          </a:xfrm>
          <a:prstGeom prst="chevron">
            <a:avLst/>
          </a:prstGeom>
          <a:solidFill>
            <a:srgbClr val="6371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4" name="Connector 42">
            <a:extLst>
              <a:ext uri="{FF2B5EF4-FFF2-40B4-BE49-F238E27FC236}">
                <a16:creationId xmlns:a16="http://schemas.microsoft.com/office/drawing/2014/main" id="{C9AAE1A5-B3A8-2CD2-1812-6EEAED455661}"/>
              </a:ext>
            </a:extLst>
          </p:cNvPr>
          <p:cNvCxnSpPr>
            <a:cxnSpLocks/>
          </p:cNvCxnSpPr>
          <p:nvPr/>
        </p:nvCxnSpPr>
        <p:spPr>
          <a:xfrm>
            <a:off x="7580169" y="3626136"/>
            <a:ext cx="649223" cy="0"/>
          </a:xfrm>
          <a:prstGeom prst="line">
            <a:avLst/>
          </a:prstGeom>
          <a:ln w="21590">
            <a:solidFill>
              <a:srgbClr val="6371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Chevron 43">
            <a:extLst>
              <a:ext uri="{FF2B5EF4-FFF2-40B4-BE49-F238E27FC236}">
                <a16:creationId xmlns:a16="http://schemas.microsoft.com/office/drawing/2014/main" id="{8BE5E92E-D31E-589E-925E-FC1384CAE586}"/>
              </a:ext>
            </a:extLst>
          </p:cNvPr>
          <p:cNvSpPr/>
          <p:nvPr/>
        </p:nvSpPr>
        <p:spPr>
          <a:xfrm>
            <a:off x="8119665" y="3498120"/>
            <a:ext cx="201168" cy="256032"/>
          </a:xfrm>
          <a:prstGeom prst="chevron">
            <a:avLst/>
          </a:prstGeom>
          <a:solidFill>
            <a:srgbClr val="6371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7">
            <a:extLst>
              <a:ext uri="{FF2B5EF4-FFF2-40B4-BE49-F238E27FC236}">
                <a16:creationId xmlns:a16="http://schemas.microsoft.com/office/drawing/2014/main" id="{026B2AD4-C93F-4CA0-4B18-4FD645B2257B}"/>
              </a:ext>
            </a:extLst>
          </p:cNvPr>
          <p:cNvSpPr/>
          <p:nvPr/>
        </p:nvSpPr>
        <p:spPr>
          <a:xfrm>
            <a:off x="645907" y="5320473"/>
            <a:ext cx="10691684" cy="540140"/>
          </a:xfrm>
          <a:prstGeom prst="roundRect">
            <a:avLst/>
          </a:prstGeom>
          <a:solidFill>
            <a:srgbClr val="FA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dirty="0">
                <a:solidFill>
                  <a:sysClr val="windowText" lastClr="000000"/>
                </a:solidFill>
              </a:rPr>
              <a:t>Destinatários: Gestão de topo, departamentos de RH e empresas de recrutamento </a:t>
            </a:r>
            <a:endParaRPr dirty="0">
              <a:solidFill>
                <a:sysClr val="windowText" lastClr="000000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4F0FA7A-4345-9102-A279-5E14036500D9}"/>
              </a:ext>
            </a:extLst>
          </p:cNvPr>
          <p:cNvSpPr txBox="1"/>
          <p:nvPr/>
        </p:nvSpPr>
        <p:spPr>
          <a:xfrm>
            <a:off x="936751" y="4671923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pt-PT" sz="1200" dirty="0">
                <a:solidFill>
                  <a:srgbClr val="18273D"/>
                </a:solidFill>
                <a:latin typeface="Aptos"/>
              </a:rPr>
              <a:t>Intenção de mudança</a:t>
            </a:r>
            <a:endParaRPr sz="1200" dirty="0">
              <a:solidFill>
                <a:srgbClr val="18273D"/>
              </a:solidFill>
              <a:latin typeface="Aptos"/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B23BBBFD-6751-218C-7A6F-21B7CADAFCF8}"/>
              </a:ext>
            </a:extLst>
          </p:cNvPr>
          <p:cNvSpPr/>
          <p:nvPr/>
        </p:nvSpPr>
        <p:spPr>
          <a:xfrm>
            <a:off x="1241467" y="3451255"/>
            <a:ext cx="256032" cy="256032"/>
          </a:xfrm>
          <a:prstGeom prst="ellipse">
            <a:avLst/>
          </a:prstGeom>
          <a:solidFill>
            <a:srgbClr val="33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E2FED597-055B-313C-446B-BECF68F08071}"/>
              </a:ext>
            </a:extLst>
          </p:cNvPr>
          <p:cNvSpPr/>
          <p:nvPr/>
        </p:nvSpPr>
        <p:spPr>
          <a:xfrm>
            <a:off x="1168315" y="3679855"/>
            <a:ext cx="420624" cy="347472"/>
          </a:xfrm>
          <a:prstGeom prst="arc">
            <a:avLst/>
          </a:prstGeom>
          <a:solidFill>
            <a:srgbClr val="33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DD4F6053-457F-840F-0B26-D5A7729C335F}"/>
              </a:ext>
            </a:extLst>
          </p:cNvPr>
          <p:cNvSpPr/>
          <p:nvPr/>
        </p:nvSpPr>
        <p:spPr>
          <a:xfrm>
            <a:off x="1549773" y="3538111"/>
            <a:ext cx="256032" cy="256032"/>
          </a:xfrm>
          <a:prstGeom prst="ellipse">
            <a:avLst/>
          </a:prstGeom>
          <a:solidFill>
            <a:srgbClr val="33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Arc 119">
            <a:extLst>
              <a:ext uri="{FF2B5EF4-FFF2-40B4-BE49-F238E27FC236}">
                <a16:creationId xmlns:a16="http://schemas.microsoft.com/office/drawing/2014/main" id="{B8736951-42F9-1CF5-5FC7-CE30AF9FFCFE}"/>
              </a:ext>
            </a:extLst>
          </p:cNvPr>
          <p:cNvSpPr/>
          <p:nvPr/>
        </p:nvSpPr>
        <p:spPr>
          <a:xfrm>
            <a:off x="1476621" y="3766711"/>
            <a:ext cx="420624" cy="347472"/>
          </a:xfrm>
          <a:prstGeom prst="arc">
            <a:avLst/>
          </a:prstGeom>
          <a:solidFill>
            <a:srgbClr val="33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80435B2-F99D-E3A3-0C56-805A39CC014A}"/>
              </a:ext>
            </a:extLst>
          </p:cNvPr>
          <p:cNvSpPr txBox="1"/>
          <p:nvPr/>
        </p:nvSpPr>
        <p:spPr>
          <a:xfrm>
            <a:off x="4924583" y="4451345"/>
            <a:ext cx="21945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pt-PT" sz="1200" dirty="0">
                <a:solidFill>
                  <a:srgbClr val="18273D"/>
                </a:solidFill>
                <a:latin typeface="Aptos"/>
              </a:rPr>
              <a:t>Treinar e c</a:t>
            </a:r>
            <a:r>
              <a:rPr sz="1200" dirty="0" err="1">
                <a:solidFill>
                  <a:srgbClr val="18273D"/>
                </a:solidFill>
                <a:latin typeface="Aptos"/>
              </a:rPr>
              <a:t>omparar</a:t>
            </a:r>
            <a:r>
              <a:rPr sz="1200" dirty="0">
                <a:solidFill>
                  <a:srgbClr val="18273D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8273D"/>
                </a:solidFill>
                <a:latin typeface="Aptos"/>
              </a:rPr>
              <a:t>modelos</a:t>
            </a:r>
            <a:endParaRPr sz="1200" dirty="0">
              <a:solidFill>
                <a:srgbClr val="18273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180573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C1402E-2A20-4694-ABA3-CD28E289D033}"/>
              </a:ext>
            </a:extLst>
          </p:cNvPr>
          <p:cNvSpPr>
            <a:spLocks noGrp="1"/>
          </p:cNvSpPr>
          <p:nvPr/>
        </p:nvSpPr>
        <p:spPr>
          <a:xfrm>
            <a:off x="624523" y="490538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pPr>
            <a:r>
              <a:rPr dirty="0" err="1">
                <a:solidFill>
                  <a:srgbClr val="182B48"/>
                </a:solidFill>
                <a:latin typeface="Aptos"/>
              </a:rPr>
              <a:t>Hipóteses</a:t>
            </a:r>
            <a:r>
              <a:rPr dirty="0">
                <a:solidFill>
                  <a:srgbClr val="182B48"/>
                </a:solidFill>
                <a:latin typeface="Aptos"/>
              </a:rPr>
              <a:t> a </a:t>
            </a:r>
            <a:r>
              <a:rPr dirty="0" err="1">
                <a:solidFill>
                  <a:srgbClr val="182B48"/>
                </a:solidFill>
                <a:latin typeface="Aptos"/>
              </a:rPr>
              <a:t>testar</a:t>
            </a:r>
            <a:endParaRPr dirty="0">
              <a:solidFill>
                <a:srgbClr val="182B48"/>
              </a:solidFill>
              <a:latin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30BD79-DBF0-4EF3-947D-CA31D07F509B}"/>
              </a:ext>
            </a:extLst>
          </p:cNvPr>
          <p:cNvSpPr>
            <a:spLocks noGrp="1"/>
          </p:cNvSpPr>
          <p:nvPr/>
        </p:nvSpPr>
        <p:spPr>
          <a:xfrm>
            <a:off x="641350" y="1080612"/>
            <a:ext cx="10668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pPr>
            <a:r>
              <a:rPr sz="1600" b="0" dirty="0" err="1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Expectativas</a:t>
            </a:r>
            <a:r>
              <a:rPr sz="160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 dirty="0" err="1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iniciais</a:t>
            </a:r>
            <a:r>
              <a:rPr sz="160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, antes da </a:t>
            </a:r>
            <a:r>
              <a:rPr sz="1600" b="0" dirty="0" err="1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exploração</a:t>
            </a:r>
            <a:r>
              <a:rPr sz="160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 dos dados.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D7C69B-EC97-4213-B2B1-4E2390CA3B97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619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pPr>
            <a:r>
              <a:rPr sz="1050" b="0" dirty="0" err="1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Projeto</a:t>
            </a:r>
            <a:r>
              <a:rPr sz="105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 RH  ·  Grupo 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E48838-0760-4C53-A054-EF7D11949A99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315F9D"/>
                </a:solidFill>
                <a:latin typeface="Segoe UI"/>
                <a:ea typeface="Segoe UI"/>
                <a:cs typeface="Segoe UI"/>
              </a:rPr>
              <a:t>H1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245EBE-01D6-4C4E-9E0B-8D0CFC9800BF}"/>
              </a:ext>
            </a:extLst>
          </p:cNvPr>
          <p:cNvSpPr>
            <a:spLocks noGrp="1"/>
          </p:cNvSpPr>
          <p:nvPr/>
        </p:nvSpPr>
        <p:spPr>
          <a:xfrm>
            <a:off x="1666875" y="1971675"/>
            <a:ext cx="581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Menos anos de experiência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BDE6AE-4F73-416A-A7E0-AA25EFAAC2A3}"/>
              </a:ext>
            </a:extLst>
          </p:cNvPr>
          <p:cNvSpPr>
            <a:spLocks noGrp="1"/>
          </p:cNvSpPr>
          <p:nvPr/>
        </p:nvSpPr>
        <p:spPr>
          <a:xfrm>
            <a:off x="1666875" y="2466975"/>
            <a:ext cx="581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maior intenção de mudar de emprego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8D78BF-BF9F-4132-BD72-0C6642C908D2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315F9D"/>
                </a:solidFill>
                <a:latin typeface="Segoe UI"/>
                <a:ea typeface="Segoe UI"/>
                <a:cs typeface="Segoe UI"/>
              </a:rPr>
              <a:t>H2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7620CC-72D0-403B-8364-E5643844A3C1}"/>
              </a:ext>
            </a:extLst>
          </p:cNvPr>
          <p:cNvSpPr>
            <a:spLocks noGrp="1"/>
          </p:cNvSpPr>
          <p:nvPr/>
        </p:nvSpPr>
        <p:spPr>
          <a:xfrm>
            <a:off x="1666875" y="3305175"/>
            <a:ext cx="581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pPr>
            <a:r>
              <a:rPr sz="2175" b="1" dirty="0" err="1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Nível</a:t>
            </a:r>
            <a:r>
              <a:rPr sz="2175" b="1" dirty="0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2175" b="1" dirty="0" err="1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educação</a:t>
            </a:r>
            <a:endParaRPr sz="2175" b="1" dirty="0">
              <a:solidFill>
                <a:srgbClr val="1424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33B258-75C0-4669-945B-BA2289E3329F}"/>
              </a:ext>
            </a:extLst>
          </p:cNvPr>
          <p:cNvSpPr>
            <a:spLocks noGrp="1"/>
          </p:cNvSpPr>
          <p:nvPr/>
        </p:nvSpPr>
        <p:spPr>
          <a:xfrm>
            <a:off x="1666875" y="3800475"/>
            <a:ext cx="581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associado à intenção de mudança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FAD67D-9F75-47C4-B0A2-58E5C00F792C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315F9D"/>
                </a:solidFill>
                <a:latin typeface="Segoe UI"/>
                <a:ea typeface="Segoe UI"/>
                <a:cs typeface="Segoe UI"/>
              </a:rPr>
              <a:t>H3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851F57-F5DE-4124-8994-B12451E15FB1}"/>
              </a:ext>
            </a:extLst>
          </p:cNvPr>
          <p:cNvSpPr>
            <a:spLocks noGrp="1"/>
          </p:cNvSpPr>
          <p:nvPr/>
        </p:nvSpPr>
        <p:spPr>
          <a:xfrm>
            <a:off x="1666875" y="4638675"/>
            <a:ext cx="581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Maior desenvolvimento da cidade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B0FB50-BF71-442B-81E7-3CFE7B925ACA}"/>
              </a:ext>
            </a:extLst>
          </p:cNvPr>
          <p:cNvSpPr>
            <a:spLocks noGrp="1"/>
          </p:cNvSpPr>
          <p:nvPr/>
        </p:nvSpPr>
        <p:spPr>
          <a:xfrm>
            <a:off x="1666875" y="5133975"/>
            <a:ext cx="581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maior intenção de mudar de emprego</a:t>
            </a:r>
          </a:p>
        </p:txBody>
      </p:sp>
    </p:spTree>
    <p:extLst>
      <p:ext uri="{BB962C8B-B14F-4D97-AF65-F5344CB8AC3E}">
        <p14:creationId xmlns:p14="http://schemas.microsoft.com/office/powerpoint/2010/main" val="993466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m registo por candidato, 14 variáveis">
            <a:extLst>
              <a:ext uri="{FF2B5EF4-FFF2-40B4-BE49-F238E27FC236}">
                <a16:creationId xmlns:a16="http://schemas.microsoft.com/office/drawing/2014/main" id="{C308ECE8-C3BB-4300-A919-AFF913651BF6}"/>
              </a:ext>
            </a:extLst>
          </p:cNvPr>
          <p:cNvSpPr>
            <a:spLocks noGrp="1"/>
          </p:cNvSpPr>
          <p:nvPr/>
        </p:nvSpPr>
        <p:spPr>
          <a:xfrm>
            <a:off x="647700" y="569912"/>
            <a:ext cx="11125200" cy="517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r>
              <a:rPr lang="pt-PT" dirty="0">
                <a:solidFill>
                  <a:srgbClr val="182B48"/>
                </a:solidFill>
              </a:rPr>
              <a:t>O conjunto de dados</a:t>
            </a:r>
          </a:p>
        </p:txBody>
      </p:sp>
      <p:sp>
        <p:nvSpPr>
          <p:cNvPr id="4" name="19 158 candidatos com informação profiss">
            <a:extLst>
              <a:ext uri="{FF2B5EF4-FFF2-40B4-BE49-F238E27FC236}">
                <a16:creationId xmlns:a16="http://schemas.microsoft.com/office/drawing/2014/main" id="{F67B0834-FECE-4750-A1A6-B28443941E9B}"/>
              </a:ext>
            </a:extLst>
          </p:cNvPr>
          <p:cNvSpPr>
            <a:spLocks noGrp="1"/>
          </p:cNvSpPr>
          <p:nvPr/>
        </p:nvSpPr>
        <p:spPr>
          <a:xfrm>
            <a:off x="685165" y="1057275"/>
            <a:ext cx="11125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r>
              <a:rPr lang="pt-PT" dirty="0">
                <a:solidFill>
                  <a:srgbClr val="5E6F82"/>
                </a:solidFill>
              </a:rPr>
              <a:t>Um registo por candidato. A variável-alvo indica a intenção de mudança de emprego.</a:t>
            </a:r>
          </a:p>
          <a:p>
            <a: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endParaRPr lang="pt-PT" sz="1800" b="0" dirty="0">
              <a:solidFill>
                <a:srgbClr val="5B7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BE09A6F-58D9-4B37-927C-2EB4736DD220}"/>
              </a:ext>
            </a:extLst>
          </p:cNvPr>
          <p:cNvSpPr>
            <a:spLocks noGrp="1"/>
          </p:cNvSpPr>
          <p:nvPr/>
        </p:nvSpPr>
        <p:spPr>
          <a:xfrm>
            <a:off x="623888" y="1876425"/>
            <a:ext cx="11125200" cy="3914775"/>
          </a:xfrm>
          <a:prstGeom prst="roundRect">
            <a:avLst>
              <a:gd name="adj" fmla="val 4380"/>
            </a:avLst>
          </a:prstGeom>
          <a:solidFill>
            <a:srgbClr val="236A83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11" name="Mapa das variáveis">
            <a:extLst>
              <a:ext uri="{FF2B5EF4-FFF2-40B4-BE49-F238E27FC236}">
                <a16:creationId xmlns:a16="http://schemas.microsoft.com/office/drawing/2014/main" id="{39D2372D-5F22-4D37-B115-A47565777EB3}"/>
              </a:ext>
            </a:extLst>
          </p:cNvPr>
          <p:cNvSpPr>
            <a:spLocks noGrp="1"/>
          </p:cNvSpPr>
          <p:nvPr/>
        </p:nvSpPr>
        <p:spPr>
          <a:xfrm>
            <a:off x="852488" y="204787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Mapa das variáveis</a:t>
            </a:r>
          </a:p>
        </p:txBody>
      </p:sp>
      <p:sp>
        <p:nvSpPr>
          <p:cNvPr id="12" name="19 158 candidatos">
            <a:extLst>
              <a:ext uri="{FF2B5EF4-FFF2-40B4-BE49-F238E27FC236}">
                <a16:creationId xmlns:a16="http://schemas.microsoft.com/office/drawing/2014/main" id="{970DA5FE-6B01-4831-B6E8-F7C197E57E88}"/>
              </a:ext>
            </a:extLst>
          </p:cNvPr>
          <p:cNvSpPr>
            <a:spLocks noGrp="1"/>
          </p:cNvSpPr>
          <p:nvPr/>
        </p:nvSpPr>
        <p:spPr>
          <a:xfrm>
            <a:off x="6700838" y="2114550"/>
            <a:ext cx="266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19 158 candidatos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F19F5-FC47-45A5-834B-9096DFB947F2}"/>
              </a:ext>
            </a:extLst>
          </p:cNvPr>
          <p:cNvSpPr>
            <a:spLocks noGrp="1"/>
          </p:cNvSpPr>
          <p:nvPr/>
        </p:nvSpPr>
        <p:spPr>
          <a:xfrm>
            <a:off x="9558338" y="2114550"/>
            <a:ext cx="9525" cy="276225"/>
          </a:xfrm>
          <a:prstGeom prst="rect">
            <a:avLst/>
          </a:prstGeom>
          <a:solidFill>
            <a:srgbClr val="75A3B8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14" name="14 variáveis">
            <a:extLst>
              <a:ext uri="{FF2B5EF4-FFF2-40B4-BE49-F238E27FC236}">
                <a16:creationId xmlns:a16="http://schemas.microsoft.com/office/drawing/2014/main" id="{E7CF7379-69E3-47D9-B2C1-9E4DBAC004CB}"/>
              </a:ext>
            </a:extLst>
          </p:cNvPr>
          <p:cNvSpPr>
            <a:spLocks noGrp="1"/>
          </p:cNvSpPr>
          <p:nvPr/>
        </p:nvSpPr>
        <p:spPr>
          <a:xfrm>
            <a:off x="9767888" y="2114550"/>
            <a:ext cx="17526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14 variáveis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E2AC82D-5940-4F90-9749-A284A6A085E6}"/>
              </a:ext>
            </a:extLst>
          </p:cNvPr>
          <p:cNvSpPr>
            <a:spLocks noGrp="1"/>
          </p:cNvSpPr>
          <p:nvPr/>
        </p:nvSpPr>
        <p:spPr>
          <a:xfrm>
            <a:off x="814388" y="2647950"/>
            <a:ext cx="1790700" cy="2943225"/>
          </a:xfrm>
          <a:prstGeom prst="roundRect">
            <a:avLst>
              <a:gd name="adj" fmla="val 6383"/>
            </a:avLst>
          </a:prstGeom>
          <a:solidFill>
            <a:srgbClr val="E7F0F5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16" name="1">
            <a:extLst>
              <a:ext uri="{FF2B5EF4-FFF2-40B4-BE49-F238E27FC236}">
                <a16:creationId xmlns:a16="http://schemas.microsoft.com/office/drawing/2014/main" id="{713EB855-05A2-4034-8C41-12A9043A4716}"/>
              </a:ext>
            </a:extLst>
          </p:cNvPr>
          <p:cNvSpPr>
            <a:spLocks noGrp="1"/>
          </p:cNvSpPr>
          <p:nvPr/>
        </p:nvSpPr>
        <p:spPr>
          <a:xfrm>
            <a:off x="1004888" y="2828925"/>
            <a:ext cx="1381125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750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750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750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750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750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750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750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750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750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750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3750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5B708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IDENTIFICADOR">
            <a:extLst>
              <a:ext uri="{FF2B5EF4-FFF2-40B4-BE49-F238E27FC236}">
                <a16:creationId xmlns:a16="http://schemas.microsoft.com/office/drawing/2014/main" id="{1637C9BA-A0EC-4C4A-AE0B-76D2B9C53E05}"/>
              </a:ext>
            </a:extLst>
          </p:cNvPr>
          <p:cNvSpPr>
            <a:spLocks noGrp="1"/>
          </p:cNvSpPr>
          <p:nvPr/>
        </p:nvSpPr>
        <p:spPr>
          <a:xfrm>
            <a:off x="1004888" y="350520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275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75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B7087"/>
                </a:solidFill>
                <a:latin typeface="Aptos"/>
                <a:ea typeface="Aptos"/>
                <a:cs typeface="Aptos"/>
              </a:rPr>
              <a:t>IDENTIFICADOR</a:t>
            </a:r>
          </a:p>
        </p:txBody>
      </p:sp>
      <p:sp>
        <p:nvSpPr>
          <p:cNvPr id="18" name="id_candidato">
            <a:extLst>
              <a:ext uri="{FF2B5EF4-FFF2-40B4-BE49-F238E27FC236}">
                <a16:creationId xmlns:a16="http://schemas.microsoft.com/office/drawing/2014/main" id="{D23CE708-1123-4AB2-B7B8-0D2CD7F27BBA}"/>
              </a:ext>
            </a:extLst>
          </p:cNvPr>
          <p:cNvSpPr>
            <a:spLocks noGrp="1"/>
          </p:cNvSpPr>
          <p:nvPr/>
        </p:nvSpPr>
        <p:spPr>
          <a:xfrm>
            <a:off x="1004888" y="3990975"/>
            <a:ext cx="143827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D49"/>
                </a:solidFill>
                <a:latin typeface="Aptos"/>
                <a:ea typeface="Aptos"/>
                <a:cs typeface="Aptos"/>
              </a:rPr>
              <a:t>id_candidato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7249D8-E36F-4BFF-A8DA-5792659E6FD7}"/>
              </a:ext>
            </a:extLst>
          </p:cNvPr>
          <p:cNvSpPr>
            <a:spLocks noGrp="1"/>
          </p:cNvSpPr>
          <p:nvPr/>
        </p:nvSpPr>
        <p:spPr>
          <a:xfrm>
            <a:off x="1004888" y="4876800"/>
            <a:ext cx="1409700" cy="9525"/>
          </a:xfrm>
          <a:prstGeom prst="rect">
            <a:avLst/>
          </a:prstGeom>
          <a:solidFill>
            <a:srgbClr val="BCCEDB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20" name="Fora do modelo">
            <a:extLst>
              <a:ext uri="{FF2B5EF4-FFF2-40B4-BE49-F238E27FC236}">
                <a16:creationId xmlns:a16="http://schemas.microsoft.com/office/drawing/2014/main" id="{A7E11855-6D11-4C69-897C-43F29A6CCB5E}"/>
              </a:ext>
            </a:extLst>
          </p:cNvPr>
          <p:cNvSpPr>
            <a:spLocks noGrp="1"/>
          </p:cNvSpPr>
          <p:nvPr/>
        </p:nvSpPr>
        <p:spPr>
          <a:xfrm>
            <a:off x="1004888" y="5076825"/>
            <a:ext cx="14097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5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Fora do modelo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542C8F1-FBD2-4DF4-A7BA-46FDD6B94F71}"/>
              </a:ext>
            </a:extLst>
          </p:cNvPr>
          <p:cNvSpPr>
            <a:spLocks noGrp="1"/>
          </p:cNvSpPr>
          <p:nvPr/>
        </p:nvSpPr>
        <p:spPr>
          <a:xfrm>
            <a:off x="2776538" y="2647950"/>
            <a:ext cx="6076950" cy="2943225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22" name="12">
            <a:extLst>
              <a:ext uri="{FF2B5EF4-FFF2-40B4-BE49-F238E27FC236}">
                <a16:creationId xmlns:a16="http://schemas.microsoft.com/office/drawing/2014/main" id="{8CFC16F5-5555-4F6F-834C-8717F638EE82}"/>
              </a:ext>
            </a:extLst>
          </p:cNvPr>
          <p:cNvSpPr>
            <a:spLocks noGrp="1"/>
          </p:cNvSpPr>
          <p:nvPr/>
        </p:nvSpPr>
        <p:spPr>
          <a:xfrm>
            <a:off x="2986088" y="2771775"/>
            <a:ext cx="6286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1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1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1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1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1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1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1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1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1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31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3567A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3" name="VARIÁVEIS PREDITIVAS">
            <a:extLst>
              <a:ext uri="{FF2B5EF4-FFF2-40B4-BE49-F238E27FC236}">
                <a16:creationId xmlns:a16="http://schemas.microsoft.com/office/drawing/2014/main" id="{009737FF-278F-4CA4-8500-FB93771446D2}"/>
              </a:ext>
            </a:extLst>
          </p:cNvPr>
          <p:cNvSpPr>
            <a:spLocks noGrp="1"/>
          </p:cNvSpPr>
          <p:nvPr/>
        </p:nvSpPr>
        <p:spPr>
          <a:xfrm>
            <a:off x="3709988" y="2895600"/>
            <a:ext cx="48958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D49"/>
                </a:solidFill>
                <a:latin typeface="Aptos"/>
                <a:ea typeface="Aptos"/>
                <a:cs typeface="Aptos"/>
              </a:rPr>
              <a:t>VARIÁVEIS PREDITIVAS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8AE4B4-5E95-4E70-875B-02396AAF142B}"/>
              </a:ext>
            </a:extLst>
          </p:cNvPr>
          <p:cNvSpPr>
            <a:spLocks noGrp="1"/>
          </p:cNvSpPr>
          <p:nvPr/>
        </p:nvSpPr>
        <p:spPr>
          <a:xfrm>
            <a:off x="2986088" y="3286125"/>
            <a:ext cx="5657850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25" name="2 NUMÉRICAS">
            <a:extLst>
              <a:ext uri="{FF2B5EF4-FFF2-40B4-BE49-F238E27FC236}">
                <a16:creationId xmlns:a16="http://schemas.microsoft.com/office/drawing/2014/main" id="{24EC8266-DAB0-44A2-A32E-A16BE2EB2C9A}"/>
              </a:ext>
            </a:extLst>
          </p:cNvPr>
          <p:cNvSpPr>
            <a:spLocks noGrp="1"/>
          </p:cNvSpPr>
          <p:nvPr/>
        </p:nvSpPr>
        <p:spPr>
          <a:xfrm>
            <a:off x="2986088" y="339090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567A0"/>
                </a:solidFill>
                <a:latin typeface="Aptos"/>
                <a:ea typeface="Aptos"/>
                <a:cs typeface="Aptos"/>
              </a:rPr>
              <a:t>2 NUMÉRICAS</a:t>
            </a:r>
          </a:p>
        </p:txBody>
      </p:sp>
      <p:sp>
        <p:nvSpPr>
          <p:cNvPr id="26" name="Índice de desenvolvimento da cidade">
            <a:extLst>
              <a:ext uri="{FF2B5EF4-FFF2-40B4-BE49-F238E27FC236}">
                <a16:creationId xmlns:a16="http://schemas.microsoft.com/office/drawing/2014/main" id="{7EFF72F8-151A-40AF-ACB2-3026D310DE7F}"/>
              </a:ext>
            </a:extLst>
          </p:cNvPr>
          <p:cNvSpPr>
            <a:spLocks noGrp="1"/>
          </p:cNvSpPr>
          <p:nvPr/>
        </p:nvSpPr>
        <p:spPr>
          <a:xfrm>
            <a:off x="2986088" y="3667125"/>
            <a:ext cx="3209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D49"/>
                </a:solidFill>
                <a:latin typeface="Aptos"/>
                <a:ea typeface="Aptos"/>
                <a:cs typeface="Aptos"/>
              </a:rPr>
              <a:t>Índice de desenvolvimento da cidade</a:t>
            </a:r>
          </a:p>
        </p:txBody>
      </p:sp>
      <p:sp>
        <p:nvSpPr>
          <p:cNvPr id="27" name="Horas de formação">
            <a:extLst>
              <a:ext uri="{FF2B5EF4-FFF2-40B4-BE49-F238E27FC236}">
                <a16:creationId xmlns:a16="http://schemas.microsoft.com/office/drawing/2014/main" id="{F87261C8-76D8-45A3-877F-09009A8CB659}"/>
              </a:ext>
            </a:extLst>
          </p:cNvPr>
          <p:cNvSpPr>
            <a:spLocks noGrp="1"/>
          </p:cNvSpPr>
          <p:nvPr/>
        </p:nvSpPr>
        <p:spPr>
          <a:xfrm>
            <a:off x="6348413" y="3667125"/>
            <a:ext cx="22955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D49"/>
                </a:solidFill>
                <a:latin typeface="Aptos"/>
                <a:ea typeface="Aptos"/>
                <a:cs typeface="Aptos"/>
              </a:rPr>
              <a:t>Horas de formação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2DE15D-4ED7-417C-A443-E21227C3CF88}"/>
              </a:ext>
            </a:extLst>
          </p:cNvPr>
          <p:cNvSpPr>
            <a:spLocks noGrp="1"/>
          </p:cNvSpPr>
          <p:nvPr/>
        </p:nvSpPr>
        <p:spPr>
          <a:xfrm>
            <a:off x="2986088" y="4010025"/>
            <a:ext cx="5657850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29" name="10 CATEGÓRICAS">
            <a:extLst>
              <a:ext uri="{FF2B5EF4-FFF2-40B4-BE49-F238E27FC236}">
                <a16:creationId xmlns:a16="http://schemas.microsoft.com/office/drawing/2014/main" id="{D02C5CA0-9B89-4A4D-9EAE-8CD80907AD1B}"/>
              </a:ext>
            </a:extLst>
          </p:cNvPr>
          <p:cNvSpPr>
            <a:spLocks noGrp="1"/>
          </p:cNvSpPr>
          <p:nvPr/>
        </p:nvSpPr>
        <p:spPr>
          <a:xfrm>
            <a:off x="2986088" y="4105275"/>
            <a:ext cx="56578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567A0"/>
                </a:solidFill>
                <a:latin typeface="Aptos"/>
                <a:ea typeface="Aptos"/>
                <a:cs typeface="Aptos"/>
              </a:rPr>
              <a:t>10 CATEGÓRICAS</a:t>
            </a:r>
          </a:p>
        </p:txBody>
      </p:sp>
      <p:sp>
        <p:nvSpPr>
          <p:cNvPr id="30" name="Cidade">
            <a:extLst>
              <a:ext uri="{FF2B5EF4-FFF2-40B4-BE49-F238E27FC236}">
                <a16:creationId xmlns:a16="http://schemas.microsoft.com/office/drawing/2014/main" id="{4742AC35-7042-4A53-831D-D28946BD3FE3}"/>
              </a:ext>
            </a:extLst>
          </p:cNvPr>
          <p:cNvSpPr>
            <a:spLocks noGrp="1"/>
          </p:cNvSpPr>
          <p:nvPr/>
        </p:nvSpPr>
        <p:spPr>
          <a:xfrm>
            <a:off x="2986088" y="4381500"/>
            <a:ext cx="27146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D49"/>
                </a:solidFill>
                <a:latin typeface="Aptos"/>
                <a:ea typeface="Aptos"/>
                <a:cs typeface="Aptos"/>
              </a:rPr>
              <a:t>Cidade</a:t>
            </a:r>
          </a:p>
        </p:txBody>
      </p:sp>
      <p:sp>
        <p:nvSpPr>
          <p:cNvPr id="31" name="Área de formação">
            <a:extLst>
              <a:ext uri="{FF2B5EF4-FFF2-40B4-BE49-F238E27FC236}">
                <a16:creationId xmlns:a16="http://schemas.microsoft.com/office/drawing/2014/main" id="{C45B1639-F605-43DF-BE26-D68A1BB9A448}"/>
              </a:ext>
            </a:extLst>
          </p:cNvPr>
          <p:cNvSpPr>
            <a:spLocks noGrp="1"/>
          </p:cNvSpPr>
          <p:nvPr/>
        </p:nvSpPr>
        <p:spPr>
          <a:xfrm>
            <a:off x="5900738" y="4381500"/>
            <a:ext cx="27432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D49"/>
                </a:solidFill>
                <a:latin typeface="Aptos"/>
                <a:ea typeface="Aptos"/>
                <a:cs typeface="Aptos"/>
              </a:rPr>
              <a:t>Área de formação</a:t>
            </a:r>
          </a:p>
        </p:txBody>
      </p:sp>
      <p:sp>
        <p:nvSpPr>
          <p:cNvPr id="32" name="Género">
            <a:extLst>
              <a:ext uri="{FF2B5EF4-FFF2-40B4-BE49-F238E27FC236}">
                <a16:creationId xmlns:a16="http://schemas.microsoft.com/office/drawing/2014/main" id="{53F14073-1227-47ED-A792-C37C3CA31DED}"/>
              </a:ext>
            </a:extLst>
          </p:cNvPr>
          <p:cNvSpPr>
            <a:spLocks noGrp="1"/>
          </p:cNvSpPr>
          <p:nvPr/>
        </p:nvSpPr>
        <p:spPr>
          <a:xfrm>
            <a:off x="2986088" y="4600575"/>
            <a:ext cx="27146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D49"/>
                </a:solidFill>
                <a:latin typeface="Aptos"/>
                <a:ea typeface="Aptos"/>
                <a:cs typeface="Aptos"/>
              </a:rPr>
              <a:t>Género</a:t>
            </a:r>
          </a:p>
        </p:txBody>
      </p:sp>
      <p:sp>
        <p:nvSpPr>
          <p:cNvPr id="33" name="Anos de experiência">
            <a:extLst>
              <a:ext uri="{FF2B5EF4-FFF2-40B4-BE49-F238E27FC236}">
                <a16:creationId xmlns:a16="http://schemas.microsoft.com/office/drawing/2014/main" id="{8E26A44C-E0BC-4F3B-8A5C-841B114C7BF3}"/>
              </a:ext>
            </a:extLst>
          </p:cNvPr>
          <p:cNvSpPr>
            <a:spLocks noGrp="1"/>
          </p:cNvSpPr>
          <p:nvPr/>
        </p:nvSpPr>
        <p:spPr>
          <a:xfrm>
            <a:off x="5900738" y="4600575"/>
            <a:ext cx="27432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D49"/>
                </a:solidFill>
                <a:latin typeface="Aptos"/>
                <a:ea typeface="Aptos"/>
                <a:cs typeface="Aptos"/>
              </a:rPr>
              <a:t>Anos de experiência</a:t>
            </a:r>
          </a:p>
        </p:txBody>
      </p:sp>
      <p:sp>
        <p:nvSpPr>
          <p:cNvPr id="34" name="Experiência relevante">
            <a:extLst>
              <a:ext uri="{FF2B5EF4-FFF2-40B4-BE49-F238E27FC236}">
                <a16:creationId xmlns:a16="http://schemas.microsoft.com/office/drawing/2014/main" id="{0BA924D1-A160-4619-9872-4B73C41856FA}"/>
              </a:ext>
            </a:extLst>
          </p:cNvPr>
          <p:cNvSpPr>
            <a:spLocks noGrp="1"/>
          </p:cNvSpPr>
          <p:nvPr/>
        </p:nvSpPr>
        <p:spPr>
          <a:xfrm>
            <a:off x="2986088" y="4819650"/>
            <a:ext cx="27146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D49"/>
                </a:solidFill>
                <a:latin typeface="Aptos"/>
                <a:ea typeface="Aptos"/>
                <a:cs typeface="Aptos"/>
              </a:rPr>
              <a:t>Experiência relevante</a:t>
            </a:r>
          </a:p>
        </p:txBody>
      </p:sp>
      <p:sp>
        <p:nvSpPr>
          <p:cNvPr id="35" name="Dimensão da empresa">
            <a:extLst>
              <a:ext uri="{FF2B5EF4-FFF2-40B4-BE49-F238E27FC236}">
                <a16:creationId xmlns:a16="http://schemas.microsoft.com/office/drawing/2014/main" id="{2DF3BC90-14E2-4839-A580-01223DAFAFD7}"/>
              </a:ext>
            </a:extLst>
          </p:cNvPr>
          <p:cNvSpPr>
            <a:spLocks noGrp="1"/>
          </p:cNvSpPr>
          <p:nvPr/>
        </p:nvSpPr>
        <p:spPr>
          <a:xfrm>
            <a:off x="5900738" y="4819650"/>
            <a:ext cx="27432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D49"/>
                </a:solidFill>
                <a:latin typeface="Aptos"/>
                <a:ea typeface="Aptos"/>
                <a:cs typeface="Aptos"/>
              </a:rPr>
              <a:t>Dimensão da empresa</a:t>
            </a:r>
          </a:p>
        </p:txBody>
      </p:sp>
      <p:sp>
        <p:nvSpPr>
          <p:cNvPr id="36" name="Inscrição universitária">
            <a:extLst>
              <a:ext uri="{FF2B5EF4-FFF2-40B4-BE49-F238E27FC236}">
                <a16:creationId xmlns:a16="http://schemas.microsoft.com/office/drawing/2014/main" id="{BF340AD5-41E9-47DA-8F09-5EC9B086DCC8}"/>
              </a:ext>
            </a:extLst>
          </p:cNvPr>
          <p:cNvSpPr>
            <a:spLocks noGrp="1"/>
          </p:cNvSpPr>
          <p:nvPr/>
        </p:nvSpPr>
        <p:spPr>
          <a:xfrm>
            <a:off x="2986088" y="5038725"/>
            <a:ext cx="27146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D49"/>
                </a:solidFill>
                <a:latin typeface="Aptos"/>
                <a:ea typeface="Aptos"/>
                <a:cs typeface="Aptos"/>
              </a:rPr>
              <a:t>Inscrição universitária</a:t>
            </a:r>
          </a:p>
        </p:txBody>
      </p:sp>
      <p:sp>
        <p:nvSpPr>
          <p:cNvPr id="37" name="Tipo de empresa">
            <a:extLst>
              <a:ext uri="{FF2B5EF4-FFF2-40B4-BE49-F238E27FC236}">
                <a16:creationId xmlns:a16="http://schemas.microsoft.com/office/drawing/2014/main" id="{F21E8FF6-6B8C-4A79-BB72-BF0BEFE9100C}"/>
              </a:ext>
            </a:extLst>
          </p:cNvPr>
          <p:cNvSpPr>
            <a:spLocks noGrp="1"/>
          </p:cNvSpPr>
          <p:nvPr/>
        </p:nvSpPr>
        <p:spPr>
          <a:xfrm>
            <a:off x="5900738" y="5038725"/>
            <a:ext cx="27432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D49"/>
                </a:solidFill>
                <a:latin typeface="Aptos"/>
                <a:ea typeface="Aptos"/>
                <a:cs typeface="Aptos"/>
              </a:rPr>
              <a:t>Tipo de empresa</a:t>
            </a:r>
          </a:p>
        </p:txBody>
      </p:sp>
      <p:sp>
        <p:nvSpPr>
          <p:cNvPr id="38" name="Nível de educação">
            <a:extLst>
              <a:ext uri="{FF2B5EF4-FFF2-40B4-BE49-F238E27FC236}">
                <a16:creationId xmlns:a16="http://schemas.microsoft.com/office/drawing/2014/main" id="{42BC2DBD-6250-41E9-8262-9B6DC54B66FA}"/>
              </a:ext>
            </a:extLst>
          </p:cNvPr>
          <p:cNvSpPr>
            <a:spLocks noGrp="1"/>
          </p:cNvSpPr>
          <p:nvPr/>
        </p:nvSpPr>
        <p:spPr>
          <a:xfrm>
            <a:off x="2986088" y="5257800"/>
            <a:ext cx="27146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D49"/>
                </a:solidFill>
                <a:latin typeface="Aptos"/>
                <a:ea typeface="Aptos"/>
                <a:cs typeface="Aptos"/>
              </a:rPr>
              <a:t>Nível de educação</a:t>
            </a:r>
          </a:p>
        </p:txBody>
      </p:sp>
      <p:sp>
        <p:nvSpPr>
          <p:cNvPr id="39" name="Anos desde o último emprego">
            <a:extLst>
              <a:ext uri="{FF2B5EF4-FFF2-40B4-BE49-F238E27FC236}">
                <a16:creationId xmlns:a16="http://schemas.microsoft.com/office/drawing/2014/main" id="{D6ACA2E2-DCF2-4009-8062-1BE89D9CA48B}"/>
              </a:ext>
            </a:extLst>
          </p:cNvPr>
          <p:cNvSpPr>
            <a:spLocks noGrp="1"/>
          </p:cNvSpPr>
          <p:nvPr/>
        </p:nvSpPr>
        <p:spPr>
          <a:xfrm>
            <a:off x="5900738" y="5257800"/>
            <a:ext cx="27432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D49"/>
                </a:solidFill>
                <a:latin typeface="Aptos"/>
                <a:ea typeface="Aptos"/>
                <a:cs typeface="Aptos"/>
              </a:rPr>
              <a:t>Anos desde o último emprego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3DAF470-6ED0-4AC2-A6E1-4BAF8F71A249}"/>
              </a:ext>
            </a:extLst>
          </p:cNvPr>
          <p:cNvSpPr>
            <a:spLocks noGrp="1"/>
          </p:cNvSpPr>
          <p:nvPr/>
        </p:nvSpPr>
        <p:spPr>
          <a:xfrm>
            <a:off x="9024938" y="2647950"/>
            <a:ext cx="2533650" cy="2943225"/>
          </a:xfrm>
          <a:prstGeom prst="roundRect">
            <a:avLst>
              <a:gd name="adj" fmla="val 4511"/>
            </a:avLst>
          </a:prstGeom>
          <a:solidFill>
            <a:srgbClr val="FFF5EB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41" name="1">
            <a:extLst>
              <a:ext uri="{FF2B5EF4-FFF2-40B4-BE49-F238E27FC236}">
                <a16:creationId xmlns:a16="http://schemas.microsoft.com/office/drawing/2014/main" id="{FBED296E-59C6-4404-AC0F-A3714DF6D9D3}"/>
              </a:ext>
            </a:extLst>
          </p:cNvPr>
          <p:cNvSpPr>
            <a:spLocks noGrp="1"/>
          </p:cNvSpPr>
          <p:nvPr/>
        </p:nvSpPr>
        <p:spPr>
          <a:xfrm>
            <a:off x="9215438" y="2828925"/>
            <a:ext cx="2143125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750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750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750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750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750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750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750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750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750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750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3750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DB843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2" name="VARIÁVEL-ALVO">
            <a:extLst>
              <a:ext uri="{FF2B5EF4-FFF2-40B4-BE49-F238E27FC236}">
                <a16:creationId xmlns:a16="http://schemas.microsoft.com/office/drawing/2014/main" id="{F9086777-268C-4210-9338-681FE7FE2584}"/>
              </a:ext>
            </a:extLst>
          </p:cNvPr>
          <p:cNvSpPr>
            <a:spLocks noGrp="1"/>
          </p:cNvSpPr>
          <p:nvPr/>
        </p:nvSpPr>
        <p:spPr>
          <a:xfrm>
            <a:off x="9215438" y="3505200"/>
            <a:ext cx="2143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425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25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25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25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25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25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25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25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25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25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25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C5B23"/>
                </a:solidFill>
                <a:latin typeface="Aptos"/>
                <a:ea typeface="Aptos"/>
                <a:cs typeface="Aptos"/>
              </a:rPr>
              <a:t>VARIÁVEL-ALVO</a:t>
            </a:r>
          </a:p>
        </p:txBody>
      </p:sp>
      <p:sp>
        <p:nvSpPr>
          <p:cNvPr id="43" name="Procura de mudança&#10;de emprego">
            <a:extLst>
              <a:ext uri="{FF2B5EF4-FFF2-40B4-BE49-F238E27FC236}">
                <a16:creationId xmlns:a16="http://schemas.microsoft.com/office/drawing/2014/main" id="{EE08E72A-A5E8-4DCC-BEEB-B11D1CFC61CA}"/>
              </a:ext>
            </a:extLst>
          </p:cNvPr>
          <p:cNvSpPr>
            <a:spLocks noGrp="1"/>
          </p:cNvSpPr>
          <p:nvPr/>
        </p:nvSpPr>
        <p:spPr>
          <a:xfrm>
            <a:off x="9215438" y="3943350"/>
            <a:ext cx="2143125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2D49"/>
                </a:solidFill>
                <a:latin typeface="Aptos"/>
                <a:ea typeface="Aptos"/>
                <a:cs typeface="Aptos"/>
              </a:rPr>
              <a:t>Procura de mudança</a:t>
            </a:r>
          </a:p>
          <a:p>
            <a:pPr algn="l">
              <a:buNone/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2D49"/>
                </a:solidFill>
                <a:latin typeface="Aptos"/>
                <a:ea typeface="Aptos"/>
                <a:cs typeface="Aptos"/>
              </a:rPr>
              <a:t>de emprego</a:t>
            </a:r>
          </a:p>
        </p:txBody>
      </p:sp>
      <p:sp>
        <p:nvSpPr>
          <p:cNvPr id="44" name="BINÁRIA">
            <a:extLst>
              <a:ext uri="{FF2B5EF4-FFF2-40B4-BE49-F238E27FC236}">
                <a16:creationId xmlns:a16="http://schemas.microsoft.com/office/drawing/2014/main" id="{3E95AB28-5B9F-4B12-85A3-0FF9C3DF7FCE}"/>
              </a:ext>
            </a:extLst>
          </p:cNvPr>
          <p:cNvSpPr>
            <a:spLocks noGrp="1"/>
          </p:cNvSpPr>
          <p:nvPr/>
        </p:nvSpPr>
        <p:spPr>
          <a:xfrm>
            <a:off x="10582276" y="3524250"/>
            <a:ext cx="2143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200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AC5B23"/>
                </a:solidFill>
                <a:latin typeface="Aptos"/>
                <a:ea typeface="Aptos"/>
                <a:cs typeface="Aptos"/>
              </a:rPr>
              <a:t>BINÁRIA</a:t>
            </a:r>
          </a:p>
        </p:txBody>
      </p:sp>
      <p:sp>
        <p:nvSpPr>
          <p:cNvPr id="45" name="Sim / Não">
            <a:extLst>
              <a:ext uri="{FF2B5EF4-FFF2-40B4-BE49-F238E27FC236}">
                <a16:creationId xmlns:a16="http://schemas.microsoft.com/office/drawing/2014/main" id="{D857D676-1DD6-4898-8E77-A275C391B951}"/>
              </a:ext>
            </a:extLst>
          </p:cNvPr>
          <p:cNvSpPr>
            <a:spLocks noGrp="1"/>
          </p:cNvSpPr>
          <p:nvPr/>
        </p:nvSpPr>
        <p:spPr>
          <a:xfrm>
            <a:off x="9215438" y="5095875"/>
            <a:ext cx="2143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250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250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250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250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250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250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250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250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250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250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250" b="1">
                <a:solidFill>
                  <a:srgbClr val="AC5B2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AC5B23"/>
                </a:solidFill>
                <a:latin typeface="Aptos"/>
                <a:ea typeface="Aptos"/>
                <a:cs typeface="Aptos"/>
              </a:rPr>
              <a:t>Sim / Não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40E650-7BEB-B0BC-B5CE-8C7E112886FB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619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pPr>
            <a:r>
              <a:rPr sz="1050" b="0" dirty="0" err="1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Projeto</a:t>
            </a:r>
            <a:r>
              <a:rPr sz="105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 RH  ·  Grupo 07</a:t>
            </a:r>
          </a:p>
        </p:txBody>
      </p:sp>
    </p:spTree>
    <p:extLst>
      <p:ext uri="{BB962C8B-B14F-4D97-AF65-F5344CB8AC3E}">
        <p14:creationId xmlns:p14="http://schemas.microsoft.com/office/powerpoint/2010/main" val="1730109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erca de 1 em cada 4 candidatos procura ">
            <a:extLst>
              <a:ext uri="{FF2B5EF4-FFF2-40B4-BE49-F238E27FC236}">
                <a16:creationId xmlns:a16="http://schemas.microsoft.com/office/drawing/2014/main" id="{260E6CFD-53AB-4C18-BEB9-3AF12B5B6672}"/>
              </a:ext>
            </a:extLst>
          </p:cNvPr>
          <p:cNvSpPr>
            <a:spLocks noGrp="1"/>
          </p:cNvSpPr>
          <p:nvPr/>
        </p:nvSpPr>
        <p:spPr>
          <a:xfrm>
            <a:off x="623888" y="571500"/>
            <a:ext cx="1112520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Cerca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de 1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em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cada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4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candidatos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procura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mudar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22286B-440C-4741-844A-156A2A89B119}"/>
              </a:ext>
            </a:extLst>
          </p:cNvPr>
          <p:cNvSpPr>
            <a:spLocks noGrp="1"/>
          </p:cNvSpPr>
          <p:nvPr/>
        </p:nvSpPr>
        <p:spPr>
          <a:xfrm>
            <a:off x="623888" y="1562100"/>
            <a:ext cx="6943725" cy="4267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662A5C-346E-486B-8D9D-02EA7489C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59473" y="1704975"/>
            <a:ext cx="5072555" cy="3771900"/>
          </a:xfrm>
          <a:prstGeom prst="rect">
            <a:avLst/>
          </a:prstGeom>
        </p:spPr>
      </p:pic>
      <p:sp>
        <p:nvSpPr>
          <p:cNvPr id="7" name="Notebook 02 · Distribuição da variável-a">
            <a:extLst>
              <a:ext uri="{FF2B5EF4-FFF2-40B4-BE49-F238E27FC236}">
                <a16:creationId xmlns:a16="http://schemas.microsoft.com/office/drawing/2014/main" id="{61CAE8C9-A754-421A-9929-508456CD71FA}"/>
              </a:ext>
            </a:extLst>
          </p:cNvPr>
          <p:cNvSpPr>
            <a:spLocks noGrp="1"/>
          </p:cNvSpPr>
          <p:nvPr/>
        </p:nvSpPr>
        <p:spPr>
          <a:xfrm>
            <a:off x="842963" y="5534025"/>
            <a:ext cx="6477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Notebook 02 · Distribuição da variável-alvo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847A91-1B9E-416E-B2F5-7D2ACF9F0CA1}"/>
              </a:ext>
            </a:extLst>
          </p:cNvPr>
          <p:cNvSpPr>
            <a:spLocks noGrp="1"/>
          </p:cNvSpPr>
          <p:nvPr/>
        </p:nvSpPr>
        <p:spPr>
          <a:xfrm>
            <a:off x="7891463" y="1562100"/>
            <a:ext cx="3857625" cy="2428875"/>
          </a:xfrm>
          <a:prstGeom prst="roundRect">
            <a:avLst>
              <a:gd name="adj" fmla="val 6275"/>
            </a:avLst>
          </a:prstGeom>
          <a:solidFill>
            <a:srgbClr val="142D49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9" name="CLASSE SIM">
            <a:extLst>
              <a:ext uri="{FF2B5EF4-FFF2-40B4-BE49-F238E27FC236}">
                <a16:creationId xmlns:a16="http://schemas.microsoft.com/office/drawing/2014/main" id="{E8866BB5-D2D3-44BA-A0E1-4B7F03B8A2B6}"/>
              </a:ext>
            </a:extLst>
          </p:cNvPr>
          <p:cNvSpPr>
            <a:spLocks noGrp="1"/>
          </p:cNvSpPr>
          <p:nvPr/>
        </p:nvSpPr>
        <p:spPr>
          <a:xfrm>
            <a:off x="8158163" y="1800225"/>
            <a:ext cx="33242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BD0E4"/>
                </a:solidFill>
                <a:latin typeface="Aptos"/>
                <a:ea typeface="Aptos"/>
                <a:cs typeface="Aptos"/>
              </a:rPr>
              <a:t>CLASSE SIM</a:t>
            </a:r>
          </a:p>
        </p:txBody>
      </p:sp>
      <p:sp>
        <p:nvSpPr>
          <p:cNvPr id="10" name="24,9%">
            <a:extLst>
              <a:ext uri="{FF2B5EF4-FFF2-40B4-BE49-F238E27FC236}">
                <a16:creationId xmlns:a16="http://schemas.microsoft.com/office/drawing/2014/main" id="{71831590-D8D7-4351-9550-B0F523EEC309}"/>
              </a:ext>
            </a:extLst>
          </p:cNvPr>
          <p:cNvSpPr>
            <a:spLocks noGrp="1"/>
          </p:cNvSpPr>
          <p:nvPr/>
        </p:nvSpPr>
        <p:spPr>
          <a:xfrm>
            <a:off x="8158163" y="2257425"/>
            <a:ext cx="3324225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24,9%</a:t>
            </a:r>
          </a:p>
        </p:txBody>
      </p:sp>
      <p:sp>
        <p:nvSpPr>
          <p:cNvPr id="11" name="4 777 candidatos&#10;procuram mudar.">
            <a:extLst>
              <a:ext uri="{FF2B5EF4-FFF2-40B4-BE49-F238E27FC236}">
                <a16:creationId xmlns:a16="http://schemas.microsoft.com/office/drawing/2014/main" id="{CE9EFE3E-00BD-4F14-9BFE-C8A8123C5446}"/>
              </a:ext>
            </a:extLst>
          </p:cNvPr>
          <p:cNvSpPr>
            <a:spLocks noGrp="1"/>
          </p:cNvSpPr>
          <p:nvPr/>
        </p:nvSpPr>
        <p:spPr>
          <a:xfrm>
            <a:off x="8158163" y="3209925"/>
            <a:ext cx="33242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4 777 candidatos</a:t>
            </a:r>
          </a:p>
          <a:p>
            <a: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procuram mudar.</a:t>
            </a:r>
          </a:p>
        </p:txBody>
      </p:sp>
      <p:sp>
        <p:nvSpPr>
          <p:cNvPr id="12" name="75,1% respondem Não">
            <a:extLst>
              <a:ext uri="{FF2B5EF4-FFF2-40B4-BE49-F238E27FC236}">
                <a16:creationId xmlns:a16="http://schemas.microsoft.com/office/drawing/2014/main" id="{C69307DC-3034-4E20-A097-ADD37E83FA8F}"/>
              </a:ext>
            </a:extLst>
          </p:cNvPr>
          <p:cNvSpPr>
            <a:spLocks noGrp="1"/>
          </p:cNvSpPr>
          <p:nvPr/>
        </p:nvSpPr>
        <p:spPr>
          <a:xfrm>
            <a:off x="8101013" y="4238625"/>
            <a:ext cx="33813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1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1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1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1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1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1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1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1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1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1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1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pPr>
            <a:r>
              <a:rPr sz="2175" b="1" dirty="0">
                <a:solidFill>
                  <a:srgbClr val="3567A0"/>
                </a:solidFill>
                <a:latin typeface="Aptos"/>
                <a:ea typeface="Aptos"/>
                <a:cs typeface="Aptos"/>
              </a:rPr>
              <a:t>75,1% </a:t>
            </a:r>
            <a:r>
              <a:rPr sz="2175" b="1" dirty="0" err="1">
                <a:solidFill>
                  <a:srgbClr val="3567A0"/>
                </a:solidFill>
                <a:latin typeface="Aptos"/>
                <a:ea typeface="Aptos"/>
                <a:cs typeface="Aptos"/>
              </a:rPr>
              <a:t>respondem</a:t>
            </a:r>
            <a:r>
              <a:rPr sz="2175" b="1" dirty="0">
                <a:solidFill>
                  <a:srgbClr val="3567A0"/>
                </a:solidFill>
                <a:latin typeface="Aptos"/>
                <a:ea typeface="Aptos"/>
                <a:cs typeface="Aptos"/>
              </a:rPr>
              <a:t> </a:t>
            </a:r>
            <a:r>
              <a:rPr sz="2175" b="1" dirty="0" err="1">
                <a:solidFill>
                  <a:srgbClr val="3567A0"/>
                </a:solidFill>
                <a:latin typeface="Aptos"/>
                <a:ea typeface="Aptos"/>
                <a:cs typeface="Aptos"/>
              </a:rPr>
              <a:t>Não</a:t>
            </a:r>
            <a:endParaRPr sz="2175" b="1" dirty="0">
              <a:solidFill>
                <a:srgbClr val="3567A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14 381 candidatos">
            <a:extLst>
              <a:ext uri="{FF2B5EF4-FFF2-40B4-BE49-F238E27FC236}">
                <a16:creationId xmlns:a16="http://schemas.microsoft.com/office/drawing/2014/main" id="{D520C2F8-B695-47D7-95C6-045094FBF432}"/>
              </a:ext>
            </a:extLst>
          </p:cNvPr>
          <p:cNvSpPr>
            <a:spLocks noGrp="1"/>
          </p:cNvSpPr>
          <p:nvPr/>
        </p:nvSpPr>
        <p:spPr>
          <a:xfrm>
            <a:off x="8101013" y="4733925"/>
            <a:ext cx="3381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14 381 </a:t>
            </a:r>
            <a:r>
              <a:rPr sz="1725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candidatos</a:t>
            </a:r>
            <a:endParaRPr sz="1725" b="0" dirty="0">
              <a:solidFill>
                <a:srgbClr val="5B7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Precisamos de avaliar&#10;a deteção dos Sim.">
            <a:extLst>
              <a:ext uri="{FF2B5EF4-FFF2-40B4-BE49-F238E27FC236}">
                <a16:creationId xmlns:a16="http://schemas.microsoft.com/office/drawing/2014/main" id="{692AE808-3FF7-42F1-A89B-3D8172ECA644}"/>
              </a:ext>
            </a:extLst>
          </p:cNvPr>
          <p:cNvSpPr>
            <a:spLocks noGrp="1"/>
          </p:cNvSpPr>
          <p:nvPr/>
        </p:nvSpPr>
        <p:spPr>
          <a:xfrm>
            <a:off x="8091488" y="5200650"/>
            <a:ext cx="3381375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9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lang="pt-PT" sz="19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A variável-alvo apresenta classes bastante </a:t>
            </a:r>
            <a:r>
              <a:rPr lang="pt-PT" sz="19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desiquilibradas</a:t>
            </a:r>
            <a:r>
              <a:rPr lang="pt-PT" sz="19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entre si</a:t>
            </a:r>
          </a:p>
        </p:txBody>
      </p:sp>
    </p:spTree>
    <p:extLst>
      <p:ext uri="{BB962C8B-B14F-4D97-AF65-F5344CB8AC3E}">
        <p14:creationId xmlns:p14="http://schemas.microsoft.com/office/powerpoint/2010/main" val="694770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alidade dos dados">
            <a:extLst>
              <a:ext uri="{FF2B5EF4-FFF2-40B4-BE49-F238E27FC236}">
                <a16:creationId xmlns:a16="http://schemas.microsoft.com/office/drawing/2014/main" id="{9D452441-39D3-430A-8A80-C5EFA00802CE}"/>
              </a:ext>
            </a:extLst>
          </p:cNvPr>
          <p:cNvSpPr>
            <a:spLocks noGrp="1"/>
          </p:cNvSpPr>
          <p:nvPr/>
        </p:nvSpPr>
        <p:spPr>
          <a:xfrm>
            <a:off x="623888" y="581025"/>
            <a:ext cx="1112520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Qualidade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dos dados</a:t>
            </a:r>
          </a:p>
        </p:txBody>
      </p:sp>
      <p:sp>
        <p:nvSpPr>
          <p:cNvPr id="4" name="Oito variáveis têm valores em falta.&#10;O alvo e o identificador estão completos.">
            <a:extLst>
              <a:ext uri="{FF2B5EF4-FFF2-40B4-BE49-F238E27FC236}">
                <a16:creationId xmlns:a16="http://schemas.microsoft.com/office/drawing/2014/main" id="{8C6C687D-E2C5-4EE3-B7F6-13A5D6FC3CE1}"/>
              </a:ext>
            </a:extLst>
          </p:cNvPr>
          <p:cNvSpPr>
            <a:spLocks noGrp="1"/>
          </p:cNvSpPr>
          <p:nvPr/>
        </p:nvSpPr>
        <p:spPr>
          <a:xfrm>
            <a:off x="681039" y="1481036"/>
            <a:ext cx="561975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Oito variáveis têm valores em falta.</a:t>
            </a:r>
          </a:p>
          <a:p>
            <a: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O alvo e o identificador estão completos.</a:t>
            </a:r>
          </a:p>
        </p:txBody>
      </p:sp>
      <p:sp>
        <p:nvSpPr>
          <p:cNvPr id="5" name="MAIORES PERCENTAGENS DE AUSÊNCIA">
            <a:extLst>
              <a:ext uri="{FF2B5EF4-FFF2-40B4-BE49-F238E27FC236}">
                <a16:creationId xmlns:a16="http://schemas.microsoft.com/office/drawing/2014/main" id="{C92EB63C-63FD-4354-9FB2-8FB1F8265E8F}"/>
              </a:ext>
            </a:extLst>
          </p:cNvPr>
          <p:cNvSpPr>
            <a:spLocks noGrp="1"/>
          </p:cNvSpPr>
          <p:nvPr/>
        </p:nvSpPr>
        <p:spPr>
          <a:xfrm>
            <a:off x="681039" y="2309711"/>
            <a:ext cx="5429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200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 b="1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MAIORES PERCENTAGENS DE AUSÊNCIA</a:t>
            </a:r>
          </a:p>
        </p:txBody>
      </p:sp>
      <p:sp>
        <p:nvSpPr>
          <p:cNvPr id="6" name="32,1%">
            <a:extLst>
              <a:ext uri="{FF2B5EF4-FFF2-40B4-BE49-F238E27FC236}">
                <a16:creationId xmlns:a16="http://schemas.microsoft.com/office/drawing/2014/main" id="{5CF0D79B-A6FE-4AB5-AC2D-DE401E48950D}"/>
              </a:ext>
            </a:extLst>
          </p:cNvPr>
          <p:cNvSpPr>
            <a:spLocks noGrp="1"/>
          </p:cNvSpPr>
          <p:nvPr/>
        </p:nvSpPr>
        <p:spPr>
          <a:xfrm>
            <a:off x="681039" y="2690711"/>
            <a:ext cx="1685925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3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3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3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3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3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3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3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3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3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3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33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DB8439"/>
                </a:solidFill>
                <a:latin typeface="Aptos"/>
                <a:ea typeface="Aptos"/>
                <a:cs typeface="Aptos"/>
              </a:rPr>
              <a:t>32,1%</a:t>
            </a:r>
          </a:p>
        </p:txBody>
      </p:sp>
      <p:sp>
        <p:nvSpPr>
          <p:cNvPr id="7" name="Tipo de empresa">
            <a:extLst>
              <a:ext uri="{FF2B5EF4-FFF2-40B4-BE49-F238E27FC236}">
                <a16:creationId xmlns:a16="http://schemas.microsoft.com/office/drawing/2014/main" id="{8728E945-1F9B-45A1-A219-F54E5245FEA3}"/>
              </a:ext>
            </a:extLst>
          </p:cNvPr>
          <p:cNvSpPr>
            <a:spLocks noGrp="1"/>
          </p:cNvSpPr>
          <p:nvPr/>
        </p:nvSpPr>
        <p:spPr>
          <a:xfrm>
            <a:off x="2528889" y="2805011"/>
            <a:ext cx="34766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42D49"/>
                </a:solidFill>
                <a:latin typeface="Aptos"/>
                <a:ea typeface="Aptos"/>
                <a:cs typeface="Aptos"/>
              </a:rPr>
              <a:t>Tipo de empresa</a:t>
            </a:r>
          </a:p>
        </p:txBody>
      </p:sp>
      <p:sp>
        <p:nvSpPr>
          <p:cNvPr id="8" name="31,0%">
            <a:extLst>
              <a:ext uri="{FF2B5EF4-FFF2-40B4-BE49-F238E27FC236}">
                <a16:creationId xmlns:a16="http://schemas.microsoft.com/office/drawing/2014/main" id="{9E1781CB-A74D-4D1B-AB60-99AF7F64C0E4}"/>
              </a:ext>
            </a:extLst>
          </p:cNvPr>
          <p:cNvSpPr>
            <a:spLocks noGrp="1"/>
          </p:cNvSpPr>
          <p:nvPr/>
        </p:nvSpPr>
        <p:spPr>
          <a:xfrm>
            <a:off x="681039" y="3281261"/>
            <a:ext cx="1685925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3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3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3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3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3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3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3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3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3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3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33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DB8439"/>
                </a:solidFill>
                <a:latin typeface="Aptos"/>
                <a:ea typeface="Aptos"/>
                <a:cs typeface="Aptos"/>
              </a:rPr>
              <a:t>31,0%</a:t>
            </a:r>
          </a:p>
        </p:txBody>
      </p:sp>
      <p:sp>
        <p:nvSpPr>
          <p:cNvPr id="9" name="Dimensão da empresa">
            <a:extLst>
              <a:ext uri="{FF2B5EF4-FFF2-40B4-BE49-F238E27FC236}">
                <a16:creationId xmlns:a16="http://schemas.microsoft.com/office/drawing/2014/main" id="{EA58169E-1EB8-4945-B34A-8313FF2102F7}"/>
              </a:ext>
            </a:extLst>
          </p:cNvPr>
          <p:cNvSpPr>
            <a:spLocks noGrp="1"/>
          </p:cNvSpPr>
          <p:nvPr/>
        </p:nvSpPr>
        <p:spPr>
          <a:xfrm>
            <a:off x="2528889" y="3395561"/>
            <a:ext cx="34766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42D49"/>
                </a:solidFill>
                <a:latin typeface="Aptos"/>
                <a:ea typeface="Aptos"/>
                <a:cs typeface="Aptos"/>
              </a:rPr>
              <a:t>Dimensão da empresa</a:t>
            </a:r>
          </a:p>
        </p:txBody>
      </p:sp>
      <p:sp>
        <p:nvSpPr>
          <p:cNvPr id="10" name="23,5%">
            <a:extLst>
              <a:ext uri="{FF2B5EF4-FFF2-40B4-BE49-F238E27FC236}">
                <a16:creationId xmlns:a16="http://schemas.microsoft.com/office/drawing/2014/main" id="{022BBC7C-E7C7-48DF-9A2B-116EF55EAB2F}"/>
              </a:ext>
            </a:extLst>
          </p:cNvPr>
          <p:cNvSpPr>
            <a:spLocks noGrp="1"/>
          </p:cNvSpPr>
          <p:nvPr/>
        </p:nvSpPr>
        <p:spPr>
          <a:xfrm>
            <a:off x="681039" y="3871811"/>
            <a:ext cx="1685925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3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3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3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3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3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3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3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3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3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3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33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3567A0"/>
                </a:solidFill>
                <a:latin typeface="Aptos"/>
                <a:ea typeface="Aptos"/>
                <a:cs typeface="Aptos"/>
              </a:rPr>
              <a:t>23,5%</a:t>
            </a:r>
          </a:p>
        </p:txBody>
      </p:sp>
      <p:sp>
        <p:nvSpPr>
          <p:cNvPr id="11" name="Género">
            <a:extLst>
              <a:ext uri="{FF2B5EF4-FFF2-40B4-BE49-F238E27FC236}">
                <a16:creationId xmlns:a16="http://schemas.microsoft.com/office/drawing/2014/main" id="{9DFF0576-9233-4B2A-B3AA-8424FCDAC8BB}"/>
              </a:ext>
            </a:extLst>
          </p:cNvPr>
          <p:cNvSpPr>
            <a:spLocks noGrp="1"/>
          </p:cNvSpPr>
          <p:nvPr/>
        </p:nvSpPr>
        <p:spPr>
          <a:xfrm>
            <a:off x="2528889" y="3986111"/>
            <a:ext cx="34766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42D49"/>
                </a:solidFill>
                <a:latin typeface="Aptos"/>
                <a:ea typeface="Aptos"/>
                <a:cs typeface="Aptos"/>
              </a:rPr>
              <a:t>Género</a:t>
            </a:r>
          </a:p>
        </p:txBody>
      </p:sp>
      <p:sp>
        <p:nvSpPr>
          <p:cNvPr id="12" name="14,7%">
            <a:extLst>
              <a:ext uri="{FF2B5EF4-FFF2-40B4-BE49-F238E27FC236}">
                <a16:creationId xmlns:a16="http://schemas.microsoft.com/office/drawing/2014/main" id="{F11A5235-3ACF-40D7-8A79-8D831BD1E19E}"/>
              </a:ext>
            </a:extLst>
          </p:cNvPr>
          <p:cNvSpPr>
            <a:spLocks noGrp="1"/>
          </p:cNvSpPr>
          <p:nvPr/>
        </p:nvSpPr>
        <p:spPr>
          <a:xfrm>
            <a:off x="681039" y="4462361"/>
            <a:ext cx="1685925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3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3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3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3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3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3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3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3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3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3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33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3567A0"/>
                </a:solidFill>
                <a:latin typeface="Aptos"/>
                <a:ea typeface="Aptos"/>
                <a:cs typeface="Aptos"/>
              </a:rPr>
              <a:t>14,7%</a:t>
            </a:r>
          </a:p>
        </p:txBody>
      </p:sp>
      <p:sp>
        <p:nvSpPr>
          <p:cNvPr id="13" name="Área de formação">
            <a:extLst>
              <a:ext uri="{FF2B5EF4-FFF2-40B4-BE49-F238E27FC236}">
                <a16:creationId xmlns:a16="http://schemas.microsoft.com/office/drawing/2014/main" id="{D6142EF7-2B66-403D-BA6B-D02AB29985AC}"/>
              </a:ext>
            </a:extLst>
          </p:cNvPr>
          <p:cNvSpPr>
            <a:spLocks noGrp="1"/>
          </p:cNvSpPr>
          <p:nvPr/>
        </p:nvSpPr>
        <p:spPr>
          <a:xfrm>
            <a:off x="2528889" y="4576661"/>
            <a:ext cx="34766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950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42D49"/>
                </a:solidFill>
                <a:latin typeface="Aptos"/>
                <a:ea typeface="Aptos"/>
                <a:cs typeface="Aptos"/>
              </a:rPr>
              <a:t>Área de formação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881E067-528F-4F07-A294-7AF593BE1684}"/>
              </a:ext>
            </a:extLst>
          </p:cNvPr>
          <p:cNvSpPr>
            <a:spLocks noGrp="1"/>
          </p:cNvSpPr>
          <p:nvPr/>
        </p:nvSpPr>
        <p:spPr>
          <a:xfrm>
            <a:off x="681039" y="5295900"/>
            <a:ext cx="5410200" cy="999720"/>
          </a:xfrm>
          <a:prstGeom prst="roundRect">
            <a:avLst>
              <a:gd name="adj" fmla="val 17582"/>
            </a:avLst>
          </a:prstGeom>
          <a:solidFill>
            <a:srgbClr val="E7EEF6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15" name="Sem registos ou IDs duplicados.&#10;Valores atípicos plausíveis mantidos.">
            <a:extLst>
              <a:ext uri="{FF2B5EF4-FFF2-40B4-BE49-F238E27FC236}">
                <a16:creationId xmlns:a16="http://schemas.microsoft.com/office/drawing/2014/main" id="{B2C308D2-5620-48E7-AF93-FD67CECD9D7C}"/>
              </a:ext>
            </a:extLst>
          </p:cNvPr>
          <p:cNvSpPr>
            <a:spLocks noGrp="1"/>
          </p:cNvSpPr>
          <p:nvPr/>
        </p:nvSpPr>
        <p:spPr>
          <a:xfrm>
            <a:off x="881064" y="5399863"/>
            <a:ext cx="501967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Sem </a:t>
            </a:r>
            <a:r>
              <a:rPr sz="1725" b="0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registos</a:t>
            </a:r>
            <a:r>
              <a:rPr sz="1725" b="0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1725" b="0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ou</a:t>
            </a:r>
            <a:r>
              <a:rPr sz="1725" b="0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IDs </a:t>
            </a:r>
            <a:r>
              <a:rPr sz="1725" b="0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duplicados</a:t>
            </a:r>
            <a:r>
              <a:rPr sz="1725" b="0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Valores </a:t>
            </a:r>
            <a:r>
              <a:rPr sz="1725" b="0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atípicos</a:t>
            </a:r>
            <a:r>
              <a:rPr sz="1725" b="0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1725" b="0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plausíveis</a:t>
            </a:r>
            <a:r>
              <a:rPr sz="1725" b="0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1725" b="0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mantidos</a:t>
            </a:r>
            <a:r>
              <a:rPr sz="1725" b="0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.</a:t>
            </a:r>
            <a:endParaRPr lang="pt-PT" sz="1725" b="0" dirty="0">
              <a:solidFill>
                <a:srgbClr val="142D49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lang="pt-PT" dirty="0"/>
              <a:t>Sem problemas evidentes de Data </a:t>
            </a:r>
            <a:r>
              <a:rPr lang="pt-PT" dirty="0" err="1"/>
              <a:t>Leakage</a:t>
            </a:r>
            <a:endParaRPr sz="1725" b="0" dirty="0">
              <a:solidFill>
                <a:srgbClr val="142D4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AA7850D-433D-4E35-A7AF-07DA7BA14B31}"/>
              </a:ext>
            </a:extLst>
          </p:cNvPr>
          <p:cNvSpPr>
            <a:spLocks noGrp="1"/>
          </p:cNvSpPr>
          <p:nvPr/>
        </p:nvSpPr>
        <p:spPr>
          <a:xfrm>
            <a:off x="6276975" y="1128611"/>
            <a:ext cx="5429250" cy="5119789"/>
          </a:xfrm>
          <a:prstGeom prst="roundRect">
            <a:avLst>
              <a:gd name="adj" fmla="val 3548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F98708B-F3A2-4C6D-BCB6-9F67D1A40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67476" y="1173241"/>
            <a:ext cx="5133974" cy="4827509"/>
          </a:xfrm>
          <a:prstGeom prst="rect">
            <a:avLst/>
          </a:prstGeom>
        </p:spPr>
      </p:pic>
      <p:sp>
        <p:nvSpPr>
          <p:cNvPr id="19" name="Notebook 02 · Mapa de valores em falta">
            <a:extLst>
              <a:ext uri="{FF2B5EF4-FFF2-40B4-BE49-F238E27FC236}">
                <a16:creationId xmlns:a16="http://schemas.microsoft.com/office/drawing/2014/main" id="{32C45669-3EA4-4657-8CE5-A5E58E961B02}"/>
              </a:ext>
            </a:extLst>
          </p:cNvPr>
          <p:cNvSpPr>
            <a:spLocks noGrp="1"/>
          </p:cNvSpPr>
          <p:nvPr/>
        </p:nvSpPr>
        <p:spPr>
          <a:xfrm>
            <a:off x="6477000" y="6029325"/>
            <a:ext cx="498157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0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0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0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0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0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0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0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0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0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0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0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Notebook 02 · Mapa de </a:t>
            </a:r>
            <a:r>
              <a:rPr sz="1050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valores</a:t>
            </a:r>
            <a:r>
              <a:rPr sz="105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em</a:t>
            </a:r>
            <a:r>
              <a:rPr sz="105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falta</a:t>
            </a:r>
            <a:endParaRPr sz="1050" b="0" dirty="0">
              <a:solidFill>
                <a:srgbClr val="5B7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Projeto RH · Grupo 07">
            <a:extLst>
              <a:ext uri="{FF2B5EF4-FFF2-40B4-BE49-F238E27FC236}">
                <a16:creationId xmlns:a16="http://schemas.microsoft.com/office/drawing/2014/main" id="{A4A0E03D-E551-4B9E-8854-B89569F403CD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Projeto RH · Grupo 07</a:t>
            </a:r>
          </a:p>
        </p:txBody>
      </p:sp>
    </p:spTree>
    <p:extLst>
      <p:ext uri="{BB962C8B-B14F-4D97-AF65-F5344CB8AC3E}">
        <p14:creationId xmlns:p14="http://schemas.microsoft.com/office/powerpoint/2010/main" val="140117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 índice da cidade diferencia os candida">
            <a:extLst>
              <a:ext uri="{FF2B5EF4-FFF2-40B4-BE49-F238E27FC236}">
                <a16:creationId xmlns:a16="http://schemas.microsoft.com/office/drawing/2014/main" id="{DE9F62D3-A47A-45F6-9B04-5D87FCA362C5}"/>
              </a:ext>
            </a:extLst>
          </p:cNvPr>
          <p:cNvSpPr>
            <a:spLocks noGrp="1"/>
          </p:cNvSpPr>
          <p:nvPr/>
        </p:nvSpPr>
        <p:spPr>
          <a:xfrm>
            <a:off x="623888" y="609600"/>
            <a:ext cx="1112520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O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índice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da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cidade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diferencia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os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candidatos</a:t>
            </a:r>
            <a:endParaRPr sz="3150" b="1" dirty="0">
              <a:solidFill>
                <a:srgbClr val="142D4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rojeto RH · Grupo 07">
            <a:extLst>
              <a:ext uri="{FF2B5EF4-FFF2-40B4-BE49-F238E27FC236}">
                <a16:creationId xmlns:a16="http://schemas.microsoft.com/office/drawing/2014/main" id="{9AFF859A-FC42-4D06-800B-8CFEA8D723BC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Projeto RH · Grupo 07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D56240A-9A80-4116-9521-D6B7D811A74A}"/>
              </a:ext>
            </a:extLst>
          </p:cNvPr>
          <p:cNvSpPr>
            <a:spLocks noGrp="1"/>
          </p:cNvSpPr>
          <p:nvPr/>
        </p:nvSpPr>
        <p:spPr>
          <a:xfrm>
            <a:off x="714375" y="1993174"/>
            <a:ext cx="6800850" cy="4191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E8F48C-E445-4C15-8B73-201B8E3B5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45583" y="2124075"/>
            <a:ext cx="5357458" cy="3790950"/>
          </a:xfrm>
          <a:prstGeom prst="rect">
            <a:avLst/>
          </a:prstGeom>
        </p:spPr>
      </p:pic>
      <p:sp>
        <p:nvSpPr>
          <p:cNvPr id="7" name="Notebook 02 · Distribuição do índice por">
            <a:extLst>
              <a:ext uri="{FF2B5EF4-FFF2-40B4-BE49-F238E27FC236}">
                <a16:creationId xmlns:a16="http://schemas.microsoft.com/office/drawing/2014/main" id="{2E4DFC07-33D2-4391-ABF6-E6740C481E81}"/>
              </a:ext>
            </a:extLst>
          </p:cNvPr>
          <p:cNvSpPr>
            <a:spLocks noGrp="1"/>
          </p:cNvSpPr>
          <p:nvPr/>
        </p:nvSpPr>
        <p:spPr>
          <a:xfrm>
            <a:off x="714375" y="5962650"/>
            <a:ext cx="6572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Notebook 02 · Distribuição do índice por classe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3C18A4-E87C-4E02-ACAA-6FD6421198F9}"/>
              </a:ext>
            </a:extLst>
          </p:cNvPr>
          <p:cNvSpPr>
            <a:spLocks noGrp="1"/>
          </p:cNvSpPr>
          <p:nvPr/>
        </p:nvSpPr>
        <p:spPr>
          <a:xfrm>
            <a:off x="7848600" y="2000250"/>
            <a:ext cx="3810000" cy="2266950"/>
          </a:xfrm>
          <a:prstGeom prst="roundRect">
            <a:avLst>
              <a:gd name="adj" fmla="val 6723"/>
            </a:avLst>
          </a:prstGeom>
          <a:solidFill>
            <a:srgbClr val="E7EEF6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9" name="ASSOCIAÇÃO NEGATIVA">
            <a:extLst>
              <a:ext uri="{FF2B5EF4-FFF2-40B4-BE49-F238E27FC236}">
                <a16:creationId xmlns:a16="http://schemas.microsoft.com/office/drawing/2014/main" id="{CE5EDF75-BC52-48F4-85A7-5D18B6D04E3C}"/>
              </a:ext>
            </a:extLst>
          </p:cNvPr>
          <p:cNvSpPr>
            <a:spLocks noGrp="1"/>
          </p:cNvSpPr>
          <p:nvPr/>
        </p:nvSpPr>
        <p:spPr>
          <a:xfrm>
            <a:off x="8105775" y="2257425"/>
            <a:ext cx="33051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7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3567A0"/>
                </a:solidFill>
                <a:latin typeface="Aptos"/>
                <a:ea typeface="Aptos"/>
                <a:cs typeface="Aptos"/>
              </a:rPr>
              <a:t>ASSOCIAÇÃO </a:t>
            </a:r>
            <a:r>
              <a:rPr lang="pt-PT" sz="1275" b="1" dirty="0">
                <a:solidFill>
                  <a:srgbClr val="3567A0"/>
                </a:solidFill>
                <a:latin typeface="Aptos"/>
                <a:ea typeface="Aptos"/>
                <a:cs typeface="Aptos"/>
              </a:rPr>
              <a:t>MODERADA </a:t>
            </a:r>
            <a:r>
              <a:rPr sz="1275" b="1" dirty="0">
                <a:solidFill>
                  <a:srgbClr val="3567A0"/>
                </a:solidFill>
                <a:latin typeface="Aptos"/>
                <a:ea typeface="Aptos"/>
                <a:cs typeface="Aptos"/>
              </a:rPr>
              <a:t>NEGATIVA</a:t>
            </a:r>
          </a:p>
        </p:txBody>
      </p:sp>
      <p:sp>
        <p:nvSpPr>
          <p:cNvPr id="10" name="Índice mais elevado,&#10;menor intenção de&#10;m">
            <a:extLst>
              <a:ext uri="{FF2B5EF4-FFF2-40B4-BE49-F238E27FC236}">
                <a16:creationId xmlns:a16="http://schemas.microsoft.com/office/drawing/2014/main" id="{54FF018A-F8EC-4897-B46B-29D80C67440A}"/>
              </a:ext>
            </a:extLst>
          </p:cNvPr>
          <p:cNvSpPr>
            <a:spLocks noGrp="1"/>
          </p:cNvSpPr>
          <p:nvPr/>
        </p:nvSpPr>
        <p:spPr>
          <a:xfrm>
            <a:off x="8105775" y="2743200"/>
            <a:ext cx="3305175" cy="1209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4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4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4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4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4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4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4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4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4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4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4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240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Índice</a:t>
            </a:r>
            <a:r>
              <a:rPr sz="240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240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mais</a:t>
            </a:r>
            <a:r>
              <a:rPr sz="240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240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elevado</a:t>
            </a:r>
            <a:r>
              <a:rPr lang="pt-PT" sz="240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,</a:t>
            </a:r>
            <a:endParaRPr sz="2400" b="1" dirty="0">
              <a:solidFill>
                <a:srgbClr val="142D49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24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240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menor</a:t>
            </a:r>
            <a:r>
              <a:rPr sz="240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240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intenção</a:t>
            </a:r>
            <a:r>
              <a:rPr sz="240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de</a:t>
            </a:r>
          </a:p>
          <a:p>
            <a:pPr algn="l">
              <a:buNone/>
              <a:defRPr sz="24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240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mudança</a:t>
            </a:r>
            <a:r>
              <a:rPr sz="240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, </a:t>
            </a:r>
            <a:r>
              <a:rPr sz="240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em</a:t>
            </a:r>
            <a:r>
              <a:rPr sz="240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240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média</a:t>
            </a:r>
            <a:r>
              <a:rPr sz="240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1" name="Pearson">
            <a:extLst>
              <a:ext uri="{FF2B5EF4-FFF2-40B4-BE49-F238E27FC236}">
                <a16:creationId xmlns:a16="http://schemas.microsoft.com/office/drawing/2014/main" id="{22043387-B23C-4150-8934-90BF4BB6D980}"/>
              </a:ext>
            </a:extLst>
          </p:cNvPr>
          <p:cNvSpPr>
            <a:spLocks noGrp="1"/>
          </p:cNvSpPr>
          <p:nvPr/>
        </p:nvSpPr>
        <p:spPr>
          <a:xfrm>
            <a:off x="8105775" y="4676775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6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Pearson</a:t>
            </a:r>
          </a:p>
        </p:txBody>
      </p:sp>
      <p:sp>
        <p:nvSpPr>
          <p:cNvPr id="12" name="−0,342">
            <a:extLst>
              <a:ext uri="{FF2B5EF4-FFF2-40B4-BE49-F238E27FC236}">
                <a16:creationId xmlns:a16="http://schemas.microsoft.com/office/drawing/2014/main" id="{9C88BCFA-F7C5-402D-BBCE-AD18002CD3F0}"/>
              </a:ext>
            </a:extLst>
          </p:cNvPr>
          <p:cNvSpPr>
            <a:spLocks noGrp="1"/>
          </p:cNvSpPr>
          <p:nvPr/>
        </p:nvSpPr>
        <p:spPr>
          <a:xfrm>
            <a:off x="9839325" y="4591050"/>
            <a:ext cx="1562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r">
              <a:defRPr sz="25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25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25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25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25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25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25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25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25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25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25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567A0"/>
                </a:solidFill>
                <a:latin typeface="Aptos"/>
                <a:ea typeface="Aptos"/>
                <a:cs typeface="Aptos"/>
              </a:rPr>
              <a:t>−0,342</a:t>
            </a:r>
          </a:p>
        </p:txBody>
      </p:sp>
      <p:sp>
        <p:nvSpPr>
          <p:cNvPr id="13" name="Spearman">
            <a:extLst>
              <a:ext uri="{FF2B5EF4-FFF2-40B4-BE49-F238E27FC236}">
                <a16:creationId xmlns:a16="http://schemas.microsoft.com/office/drawing/2014/main" id="{801CC2A5-DFE7-4D2B-9BDE-71D37284C9EC}"/>
              </a:ext>
            </a:extLst>
          </p:cNvPr>
          <p:cNvSpPr>
            <a:spLocks noGrp="1"/>
          </p:cNvSpPr>
          <p:nvPr/>
        </p:nvSpPr>
        <p:spPr>
          <a:xfrm>
            <a:off x="8105775" y="5276850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6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Spearman</a:t>
            </a:r>
          </a:p>
        </p:txBody>
      </p:sp>
      <p:sp>
        <p:nvSpPr>
          <p:cNvPr id="14" name="−0,280">
            <a:extLst>
              <a:ext uri="{FF2B5EF4-FFF2-40B4-BE49-F238E27FC236}">
                <a16:creationId xmlns:a16="http://schemas.microsoft.com/office/drawing/2014/main" id="{87A764DC-A99A-4CF1-A38E-F772EB5FCC2B}"/>
              </a:ext>
            </a:extLst>
          </p:cNvPr>
          <p:cNvSpPr>
            <a:spLocks noGrp="1"/>
          </p:cNvSpPr>
          <p:nvPr/>
        </p:nvSpPr>
        <p:spPr>
          <a:xfrm>
            <a:off x="9839325" y="5191125"/>
            <a:ext cx="1562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r">
              <a:defRPr sz="25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25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25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25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25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25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25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25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25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25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25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567A0"/>
                </a:solidFill>
                <a:latin typeface="Aptos"/>
                <a:ea typeface="Aptos"/>
                <a:cs typeface="Aptos"/>
              </a:rPr>
              <a:t>−0,280</a:t>
            </a:r>
          </a:p>
        </p:txBody>
      </p:sp>
      <p:sp>
        <p:nvSpPr>
          <p:cNvPr id="15" name="Associação não prova causalidade.">
            <a:extLst>
              <a:ext uri="{FF2B5EF4-FFF2-40B4-BE49-F238E27FC236}">
                <a16:creationId xmlns:a16="http://schemas.microsoft.com/office/drawing/2014/main" id="{A0380458-8D2C-4AD2-9FE9-DE34EAF6A2C3}"/>
              </a:ext>
            </a:extLst>
          </p:cNvPr>
          <p:cNvSpPr>
            <a:spLocks noGrp="1"/>
          </p:cNvSpPr>
          <p:nvPr/>
        </p:nvSpPr>
        <p:spPr>
          <a:xfrm>
            <a:off x="8105775" y="5924550"/>
            <a:ext cx="32861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5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Associação não prova causalidade.</a:t>
            </a:r>
          </a:p>
        </p:txBody>
      </p:sp>
    </p:spTree>
    <p:extLst>
      <p:ext uri="{BB962C8B-B14F-4D97-AF65-F5344CB8AC3E}">
        <p14:creationId xmlns:p14="http://schemas.microsoft.com/office/powerpoint/2010/main" val="489380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56803-4432-7A7A-98C8-CA6F17654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B74D2B-B940-CA02-48A8-76FEEA4C995A}"/>
              </a:ext>
            </a:extLst>
          </p:cNvPr>
          <p:cNvSpPr>
            <a:spLocks noGrp="1"/>
          </p:cNvSpPr>
          <p:nvPr/>
        </p:nvSpPr>
        <p:spPr>
          <a:xfrm>
            <a:off x="647700" y="512621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pPr>
            <a:r>
              <a:rPr lang="en-US" dirty="0" err="1">
                <a:latin typeface="+mj-lt"/>
              </a:rPr>
              <a:t>Grupos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que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evidenciam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maior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intenção</a:t>
            </a:r>
            <a:r>
              <a:rPr lang="en-US" dirty="0">
                <a:latin typeface="+mj-lt"/>
              </a:rPr>
              <a:t> de </a:t>
            </a:r>
            <a:r>
              <a:rPr lang="en-US" dirty="0" err="1">
                <a:latin typeface="+mj-lt"/>
              </a:rPr>
              <a:t>mudança</a:t>
            </a:r>
            <a:endParaRPr sz="3150" b="1" dirty="0">
              <a:solidFill>
                <a:srgbClr val="14243B"/>
              </a:solidFill>
              <a:latin typeface="+mj-lt"/>
              <a:ea typeface="Segoe UI"/>
              <a:cs typeface="Segoe U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967A16-6B90-8B9E-6D30-4BE131FD5A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08"/>
          <a:stretch>
            <a:fillRect/>
          </a:stretch>
        </p:blipFill>
        <p:spPr>
          <a:xfrm>
            <a:off x="666750" y="1826301"/>
            <a:ext cx="10716202" cy="330840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6B1FF48-1282-3A7D-C2B1-8B2CEE709129}"/>
              </a:ext>
            </a:extLst>
          </p:cNvPr>
          <p:cNvSpPr>
            <a:spLocks noGrp="1"/>
          </p:cNvSpPr>
          <p:nvPr/>
        </p:nvSpPr>
        <p:spPr>
          <a:xfrm>
            <a:off x="666750" y="1189855"/>
            <a:ext cx="10668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pPr>
            <a:r>
              <a:rPr lang="pt-PT" sz="1425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Existem 4 grupos que evidenciam uma taxa de intenção de mudança mais elevada</a:t>
            </a:r>
          </a:p>
          <a:p>
            <a: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pPr>
            <a:r>
              <a:rPr lang="pt-PT" sz="1425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 </a:t>
            </a:r>
            <a:endParaRPr sz="1425" b="0" dirty="0">
              <a:solidFill>
                <a:srgbClr val="5F6D79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F92953-C5B9-9D20-6A23-81A621BD1780}"/>
              </a:ext>
            </a:extLst>
          </p:cNvPr>
          <p:cNvSpPr/>
          <p:nvPr/>
        </p:nvSpPr>
        <p:spPr>
          <a:xfrm>
            <a:off x="728374" y="5288001"/>
            <a:ext cx="10735252" cy="760287"/>
          </a:xfrm>
          <a:prstGeom prst="rect">
            <a:avLst/>
          </a:prstGeom>
          <a:solidFill>
            <a:srgbClr val="F2F0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b="1" dirty="0">
                <a:solidFill>
                  <a:schemeClr val="tx1"/>
                </a:solidFill>
              </a:rPr>
              <a:t>Conclusão</a:t>
            </a:r>
            <a:r>
              <a:rPr lang="pt-PT" dirty="0">
                <a:solidFill>
                  <a:schemeClr val="tx1"/>
                </a:solidFill>
              </a:rPr>
              <a:t>:</a:t>
            </a:r>
          </a:p>
          <a:p>
            <a:r>
              <a:rPr lang="pt-PT" sz="1400" dirty="0">
                <a:solidFill>
                  <a:schemeClr val="tx1"/>
                </a:solidFill>
              </a:rPr>
              <a:t>Os testes estatísticos confirmaram associações significativas entre as variáveis categóricas e a intenção de mudar de emprego.</a:t>
            </a:r>
          </a:p>
          <a:p>
            <a:r>
              <a:rPr lang="pt-PT" sz="1400" dirty="0">
                <a:solidFill>
                  <a:schemeClr val="tx1"/>
                </a:solidFill>
              </a:rPr>
              <a:t>Destes 4 grupos, decidimos escolher as variáveis inscrição universitária e experiência relevantes para a análise seguinte.</a:t>
            </a:r>
          </a:p>
        </p:txBody>
      </p:sp>
      <p:sp>
        <p:nvSpPr>
          <p:cNvPr id="5" name="Projeto RH · Grupo 07">
            <a:extLst>
              <a:ext uri="{FF2B5EF4-FFF2-40B4-BE49-F238E27FC236}">
                <a16:creationId xmlns:a16="http://schemas.microsoft.com/office/drawing/2014/main" id="{8D0DDE13-1089-91BE-8137-102898BCE8DE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Projeto RH · Grupo 07</a:t>
            </a:r>
          </a:p>
        </p:txBody>
      </p:sp>
    </p:spTree>
    <p:extLst>
      <p:ext uri="{BB962C8B-B14F-4D97-AF65-F5344CB8AC3E}">
        <p14:creationId xmlns:p14="http://schemas.microsoft.com/office/powerpoint/2010/main" val="2689975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xperiência e universidade distinguem os">
            <a:extLst>
              <a:ext uri="{FF2B5EF4-FFF2-40B4-BE49-F238E27FC236}">
                <a16:creationId xmlns:a16="http://schemas.microsoft.com/office/drawing/2014/main" id="{6B5CC71B-E30F-45F0-9AFA-91C834600D3A}"/>
              </a:ext>
            </a:extLst>
          </p:cNvPr>
          <p:cNvSpPr>
            <a:spLocks noGrp="1"/>
          </p:cNvSpPr>
          <p:nvPr/>
        </p:nvSpPr>
        <p:spPr>
          <a:xfrm>
            <a:off x="623888" y="590550"/>
            <a:ext cx="1112520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Experiência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e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universidade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distinguem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os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grupos</a:t>
            </a:r>
            <a:endParaRPr sz="3150" b="1" dirty="0">
              <a:solidFill>
                <a:srgbClr val="142D4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A intenção de mudança varia entre os sei">
            <a:extLst>
              <a:ext uri="{FF2B5EF4-FFF2-40B4-BE49-F238E27FC236}">
                <a16:creationId xmlns:a16="http://schemas.microsoft.com/office/drawing/2014/main" id="{083C5D25-998F-42EC-A109-3AF32277EE0C}"/>
              </a:ext>
            </a:extLst>
          </p:cNvPr>
          <p:cNvSpPr>
            <a:spLocks noGrp="1"/>
          </p:cNvSpPr>
          <p:nvPr/>
        </p:nvSpPr>
        <p:spPr>
          <a:xfrm>
            <a:off x="623888" y="1071562"/>
            <a:ext cx="11125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80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A </a:t>
            </a:r>
            <a:r>
              <a:rPr sz="1800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intenção</a:t>
            </a:r>
            <a:r>
              <a:rPr sz="180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de </a:t>
            </a:r>
            <a:r>
              <a:rPr sz="1800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mudança</a:t>
            </a:r>
            <a:r>
              <a:rPr sz="180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varia entre </a:t>
            </a:r>
            <a:r>
              <a:rPr sz="1800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os</a:t>
            </a:r>
            <a:r>
              <a:rPr sz="180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seis </a:t>
            </a:r>
            <a:r>
              <a:rPr sz="1800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perfis</a:t>
            </a:r>
            <a:r>
              <a:rPr sz="180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apresentados</a:t>
            </a:r>
            <a:r>
              <a:rPr sz="180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5" name="Projeto RH · Grupo 07">
            <a:extLst>
              <a:ext uri="{FF2B5EF4-FFF2-40B4-BE49-F238E27FC236}">
                <a16:creationId xmlns:a16="http://schemas.microsoft.com/office/drawing/2014/main" id="{1D56A464-CA47-49C2-9922-EB0689113A61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Projeto RH · Grupo 07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043254-27FE-481D-B8CD-CC77D647EAF6}"/>
              </a:ext>
            </a:extLst>
          </p:cNvPr>
          <p:cNvSpPr>
            <a:spLocks noGrp="1"/>
          </p:cNvSpPr>
          <p:nvPr/>
        </p:nvSpPr>
        <p:spPr>
          <a:xfrm>
            <a:off x="623888" y="2209800"/>
            <a:ext cx="7929562" cy="3743325"/>
          </a:xfrm>
          <a:prstGeom prst="roundRect">
            <a:avLst>
              <a:gd name="adj" fmla="val 4071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00D679-F701-4792-AC59-0A1672589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2641" y="2326336"/>
            <a:ext cx="7607934" cy="3625826"/>
          </a:xfrm>
          <a:prstGeom prst="rect">
            <a:avLst/>
          </a:prstGeom>
        </p:spPr>
      </p:pic>
      <p:sp>
        <p:nvSpPr>
          <p:cNvPr id="8" name="41,2%">
            <a:extLst>
              <a:ext uri="{FF2B5EF4-FFF2-40B4-BE49-F238E27FC236}">
                <a16:creationId xmlns:a16="http://schemas.microsoft.com/office/drawing/2014/main" id="{B9E7CA87-B683-4E96-90FA-4500F9D4D230}"/>
              </a:ext>
            </a:extLst>
          </p:cNvPr>
          <p:cNvSpPr>
            <a:spLocks noGrp="1"/>
          </p:cNvSpPr>
          <p:nvPr/>
        </p:nvSpPr>
        <p:spPr>
          <a:xfrm>
            <a:off x="8915400" y="2400300"/>
            <a:ext cx="27432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5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45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45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45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45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45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45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45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45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45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457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pPr>
            <a:r>
              <a:rPr sz="4575" b="1">
                <a:solidFill>
                  <a:srgbClr val="DB8439"/>
                </a:solidFill>
                <a:latin typeface="Aptos"/>
                <a:ea typeface="Aptos"/>
                <a:cs typeface="Aptos"/>
              </a:rPr>
              <a:t>41,2%</a:t>
            </a:r>
          </a:p>
        </p:txBody>
      </p:sp>
      <p:sp>
        <p:nvSpPr>
          <p:cNvPr id="9" name="Sem experiência relevante&#10;e curso a temp">
            <a:extLst>
              <a:ext uri="{FF2B5EF4-FFF2-40B4-BE49-F238E27FC236}">
                <a16:creationId xmlns:a16="http://schemas.microsoft.com/office/drawing/2014/main" id="{50937D79-C197-4835-9399-04C5444DA0B2}"/>
              </a:ext>
            </a:extLst>
          </p:cNvPr>
          <p:cNvSpPr>
            <a:spLocks noGrp="1"/>
          </p:cNvSpPr>
          <p:nvPr/>
        </p:nvSpPr>
        <p:spPr>
          <a:xfrm>
            <a:off x="8915400" y="3276600"/>
            <a:ext cx="27432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42D49"/>
                </a:solidFill>
                <a:latin typeface="Aptos"/>
                <a:ea typeface="Aptos"/>
                <a:cs typeface="Aptos"/>
              </a:rPr>
              <a:t>Sem experiência relevante</a:t>
            </a:r>
          </a:p>
          <a:p>
            <a:pPr algn="l">
              <a:buNone/>
              <a:defRPr sz="187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42D49"/>
                </a:solidFill>
                <a:latin typeface="Aptos"/>
                <a:ea typeface="Aptos"/>
                <a:cs typeface="Aptos"/>
              </a:rPr>
              <a:t>e curso a tempo inteiro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A1ED36-1F93-4E5A-910F-13362044BCE6}"/>
              </a:ext>
            </a:extLst>
          </p:cNvPr>
          <p:cNvSpPr>
            <a:spLocks noGrp="1"/>
          </p:cNvSpPr>
          <p:nvPr/>
        </p:nvSpPr>
        <p:spPr>
          <a:xfrm>
            <a:off x="8915400" y="4514850"/>
            <a:ext cx="2743200" cy="9525"/>
          </a:xfrm>
          <a:prstGeom prst="rect">
            <a:avLst/>
          </a:prstGeom>
          <a:solidFill>
            <a:srgbClr val="CDD9E5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11" name="19,8%">
            <a:extLst>
              <a:ext uri="{FF2B5EF4-FFF2-40B4-BE49-F238E27FC236}">
                <a16:creationId xmlns:a16="http://schemas.microsoft.com/office/drawing/2014/main" id="{822567AE-BC41-43B6-8395-11A90D637D53}"/>
              </a:ext>
            </a:extLst>
          </p:cNvPr>
          <p:cNvSpPr>
            <a:spLocks noGrp="1"/>
          </p:cNvSpPr>
          <p:nvPr/>
        </p:nvSpPr>
        <p:spPr>
          <a:xfrm>
            <a:off x="8915400" y="4724400"/>
            <a:ext cx="27432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4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4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4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4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4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4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4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4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4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4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34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3567A0"/>
                </a:solidFill>
                <a:latin typeface="Aptos"/>
                <a:ea typeface="Aptos"/>
                <a:cs typeface="Aptos"/>
              </a:rPr>
              <a:t>19,8%</a:t>
            </a:r>
          </a:p>
        </p:txBody>
      </p:sp>
      <p:sp>
        <p:nvSpPr>
          <p:cNvPr id="12" name="Com experiência relevante&#10;e não inscrito">
            <a:extLst>
              <a:ext uri="{FF2B5EF4-FFF2-40B4-BE49-F238E27FC236}">
                <a16:creationId xmlns:a16="http://schemas.microsoft.com/office/drawing/2014/main" id="{CBB493DF-A8B2-4877-B8DB-3C9595DC0E73}"/>
              </a:ext>
            </a:extLst>
          </p:cNvPr>
          <p:cNvSpPr>
            <a:spLocks noGrp="1"/>
          </p:cNvSpPr>
          <p:nvPr/>
        </p:nvSpPr>
        <p:spPr>
          <a:xfrm>
            <a:off x="8915400" y="5391150"/>
            <a:ext cx="2743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D49"/>
                </a:solidFill>
                <a:latin typeface="Aptos"/>
                <a:ea typeface="Aptos"/>
                <a:cs typeface="Aptos"/>
              </a:rPr>
              <a:t>Com experiência relevante</a:t>
            </a:r>
          </a:p>
          <a:p>
            <a:pPr algn="l">
              <a:buNone/>
              <a:defRPr sz="17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D49"/>
                </a:solidFill>
                <a:latin typeface="Aptos"/>
                <a:ea typeface="Aptos"/>
                <a:cs typeface="Aptos"/>
              </a:rPr>
              <a:t>e não inscrito</a:t>
            </a:r>
          </a:p>
        </p:txBody>
      </p:sp>
      <p:sp>
        <p:nvSpPr>
          <p:cNvPr id="13" name="Notebook 02 · Grupos com n ≥ 30 · Associ">
            <a:extLst>
              <a:ext uri="{FF2B5EF4-FFF2-40B4-BE49-F238E27FC236}">
                <a16:creationId xmlns:a16="http://schemas.microsoft.com/office/drawing/2014/main" id="{B03D3FC5-1897-4E2D-B6BF-972C537707A8}"/>
              </a:ext>
            </a:extLst>
          </p:cNvPr>
          <p:cNvSpPr>
            <a:spLocks noGrp="1"/>
          </p:cNvSpPr>
          <p:nvPr/>
        </p:nvSpPr>
        <p:spPr>
          <a:xfrm>
            <a:off x="704850" y="6134100"/>
            <a:ext cx="109537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Notebook 02 · </a:t>
            </a:r>
            <a:r>
              <a:rPr sz="1125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Grupos</a:t>
            </a:r>
            <a:r>
              <a:rPr sz="112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com n ≥ 30 · </a:t>
            </a:r>
            <a:r>
              <a:rPr sz="1125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Associação</a:t>
            </a:r>
            <a:r>
              <a:rPr sz="112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, </a:t>
            </a:r>
            <a:r>
              <a:rPr sz="1125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não</a:t>
            </a:r>
            <a:r>
              <a:rPr sz="112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causalidade</a:t>
            </a:r>
            <a:endParaRPr sz="1125" b="0" dirty="0">
              <a:solidFill>
                <a:srgbClr val="5B7087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619748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0EB35-6E30-31B7-33EE-BEC74D64D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5BFA23-91D5-9244-C987-A5F43F9C41D8}"/>
              </a:ext>
            </a:extLst>
          </p:cNvPr>
          <p:cNvSpPr>
            <a:spLocks noGrp="1"/>
          </p:cNvSpPr>
          <p:nvPr/>
        </p:nvSpPr>
        <p:spPr>
          <a:xfrm>
            <a:off x="624523" y="490538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31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pPr>
            <a:r>
              <a:rPr dirty="0" err="1">
                <a:solidFill>
                  <a:srgbClr val="182B48"/>
                </a:solidFill>
                <a:latin typeface="Aptos"/>
              </a:rPr>
              <a:t>Hipóteses</a:t>
            </a:r>
            <a:r>
              <a:rPr dirty="0">
                <a:solidFill>
                  <a:srgbClr val="182B48"/>
                </a:solidFill>
                <a:latin typeface="Aptos"/>
              </a:rPr>
              <a:t> </a:t>
            </a:r>
            <a:r>
              <a:rPr lang="pt-PT" dirty="0">
                <a:solidFill>
                  <a:srgbClr val="182B48"/>
                </a:solidFill>
                <a:latin typeface="Aptos"/>
              </a:rPr>
              <a:t>testadas</a:t>
            </a:r>
            <a:endParaRPr dirty="0">
              <a:solidFill>
                <a:srgbClr val="182B48"/>
              </a:solidFill>
              <a:latin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FEF2A7-5BA3-88D7-3CDB-CF122D91A9AD}"/>
              </a:ext>
            </a:extLst>
          </p:cNvPr>
          <p:cNvSpPr>
            <a:spLocks noGrp="1"/>
          </p:cNvSpPr>
          <p:nvPr/>
        </p:nvSpPr>
        <p:spPr>
          <a:xfrm>
            <a:off x="641350" y="1080612"/>
            <a:ext cx="10668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4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pPr>
            <a:r>
              <a:rPr sz="1600" b="0" dirty="0" err="1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Expectativas</a:t>
            </a:r>
            <a:r>
              <a:rPr sz="160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 dirty="0" err="1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iniciais</a:t>
            </a:r>
            <a:r>
              <a:rPr sz="160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, antes da </a:t>
            </a:r>
            <a:r>
              <a:rPr sz="1600" b="0" dirty="0" err="1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exploração</a:t>
            </a:r>
            <a:r>
              <a:rPr sz="160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 dos dados.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E6032D-2709-0E2B-749B-564234B96E7C}"/>
              </a:ext>
            </a:extLst>
          </p:cNvPr>
          <p:cNvSpPr>
            <a:spLocks noGrp="1"/>
          </p:cNvSpPr>
          <p:nvPr/>
        </p:nvSpPr>
        <p:spPr>
          <a:xfrm>
            <a:off x="647700" y="6343650"/>
            <a:ext cx="619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0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pPr>
            <a:r>
              <a:rPr sz="1050" b="0" dirty="0" err="1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Projeto</a:t>
            </a:r>
            <a:r>
              <a:rPr sz="105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 RH  ·  Grupo 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B19E82-9FC4-EF1B-E79C-6A7CC021393B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315F9D"/>
                </a:solidFill>
                <a:latin typeface="Segoe UI"/>
                <a:ea typeface="Segoe UI"/>
                <a:cs typeface="Segoe UI"/>
              </a:rPr>
              <a:t>H1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5F0CF6-1415-4DC4-9F53-50FCD152ABE1}"/>
              </a:ext>
            </a:extLst>
          </p:cNvPr>
          <p:cNvSpPr>
            <a:spLocks noGrp="1"/>
          </p:cNvSpPr>
          <p:nvPr/>
        </p:nvSpPr>
        <p:spPr>
          <a:xfrm>
            <a:off x="1666875" y="1971675"/>
            <a:ext cx="581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Menos anos de experiência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AFE0D1-B9F6-6241-CD94-569C0A20CAEB}"/>
              </a:ext>
            </a:extLst>
          </p:cNvPr>
          <p:cNvSpPr>
            <a:spLocks noGrp="1"/>
          </p:cNvSpPr>
          <p:nvPr/>
        </p:nvSpPr>
        <p:spPr>
          <a:xfrm>
            <a:off x="1666875" y="2466975"/>
            <a:ext cx="581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maior intenção de mudar de emprego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531B8E-0840-6BAC-E7A5-95A97871D7E5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315F9D"/>
                </a:solidFill>
                <a:latin typeface="Segoe UI"/>
                <a:ea typeface="Segoe UI"/>
                <a:cs typeface="Segoe UI"/>
              </a:rPr>
              <a:t>H2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4144BD-95E6-5FA3-B952-EF3EF9DD6C0A}"/>
              </a:ext>
            </a:extLst>
          </p:cNvPr>
          <p:cNvSpPr>
            <a:spLocks noGrp="1"/>
          </p:cNvSpPr>
          <p:nvPr/>
        </p:nvSpPr>
        <p:spPr>
          <a:xfrm>
            <a:off x="1666875" y="3305175"/>
            <a:ext cx="581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pPr>
            <a:r>
              <a:rPr sz="2175" b="1" dirty="0" err="1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Nível</a:t>
            </a:r>
            <a:r>
              <a:rPr sz="2175" b="1" dirty="0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2175" b="1" dirty="0" err="1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educação</a:t>
            </a:r>
            <a:endParaRPr sz="2175" b="1" dirty="0">
              <a:solidFill>
                <a:srgbClr val="1424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4ACAB1-8E4A-9D82-CFD0-71D5654D4009}"/>
              </a:ext>
            </a:extLst>
          </p:cNvPr>
          <p:cNvSpPr>
            <a:spLocks noGrp="1"/>
          </p:cNvSpPr>
          <p:nvPr/>
        </p:nvSpPr>
        <p:spPr>
          <a:xfrm>
            <a:off x="1666875" y="3800475"/>
            <a:ext cx="581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associado à intenção de mudança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8B05F0-9F88-CE8D-BDFF-46DF7F62925F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625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315F9D"/>
                </a:solidFill>
                <a:latin typeface="Segoe UI"/>
                <a:ea typeface="Segoe UI"/>
                <a:cs typeface="Segoe UI"/>
              </a:rPr>
              <a:t>H3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8841F0-8FDC-2EE6-028B-7AA68B6EF0F2}"/>
              </a:ext>
            </a:extLst>
          </p:cNvPr>
          <p:cNvSpPr>
            <a:spLocks noGrp="1"/>
          </p:cNvSpPr>
          <p:nvPr/>
        </p:nvSpPr>
        <p:spPr>
          <a:xfrm>
            <a:off x="1666875" y="4638675"/>
            <a:ext cx="581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17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Maior desenvolvimento da cidade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FCC281-FD4B-B3AF-E131-724EBE74ED5D}"/>
              </a:ext>
            </a:extLst>
          </p:cNvPr>
          <p:cNvSpPr>
            <a:spLocks noGrp="1"/>
          </p:cNvSpPr>
          <p:nvPr/>
        </p:nvSpPr>
        <p:spPr>
          <a:xfrm>
            <a:off x="1666875" y="5133975"/>
            <a:ext cx="581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maior intenção de mudar de emprego</a:t>
            </a:r>
          </a:p>
        </p:txBody>
      </p:sp>
      <p:pic>
        <p:nvPicPr>
          <p:cNvPr id="18" name="Graphic 17" descr="Checkmark with solid fill">
            <a:extLst>
              <a:ext uri="{FF2B5EF4-FFF2-40B4-BE49-F238E27FC236}">
                <a16:creationId xmlns:a16="http://schemas.microsoft.com/office/drawing/2014/main" id="{8D441FF2-8DAE-E7A4-E982-008B6534E4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9925" y="1876425"/>
            <a:ext cx="914400" cy="914400"/>
          </a:xfrm>
          <a:prstGeom prst="rect">
            <a:avLst/>
          </a:prstGeom>
        </p:spPr>
      </p:pic>
      <p:pic>
        <p:nvPicPr>
          <p:cNvPr id="20" name="Graphic 19" descr="Checkmark with solid fill">
            <a:extLst>
              <a:ext uri="{FF2B5EF4-FFF2-40B4-BE49-F238E27FC236}">
                <a16:creationId xmlns:a16="http://schemas.microsoft.com/office/drawing/2014/main" id="{4426E730-322E-BCE8-0CD9-D2757B9D4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7550" y="3138488"/>
            <a:ext cx="914400" cy="914400"/>
          </a:xfrm>
          <a:prstGeom prst="rect">
            <a:avLst/>
          </a:prstGeom>
        </p:spPr>
      </p:pic>
      <p:pic>
        <p:nvPicPr>
          <p:cNvPr id="23" name="Graphic 22" descr="No sign with solid fill">
            <a:extLst>
              <a:ext uri="{FF2B5EF4-FFF2-40B4-BE49-F238E27FC236}">
                <a16:creationId xmlns:a16="http://schemas.microsoft.com/office/drawing/2014/main" id="{72B45377-1EB0-C7F1-6E9E-1B36779729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60389" y="46386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641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F3C8B192-4C80-4FC3-8023-B2099ED3B7F4}"/>
              </a:ext>
            </a:extLst>
          </p:cNvPr>
          <p:cNvSpPr>
            <a:spLocks noGrp="1"/>
          </p:cNvSpPr>
          <p:nvPr/>
        </p:nvSpPr>
        <p:spPr>
          <a:xfrm>
            <a:off x="552450" y="561569"/>
            <a:ext cx="1104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3225" b="1">
                <a:solidFill>
                  <a:srgbClr val="142D49"/>
                </a:solidFill>
              </a:defRPr>
            </a:defPPr>
            <a:lvl1pPr>
              <a:defRPr sz="3225" b="1">
                <a:solidFill>
                  <a:srgbClr val="142D49"/>
                </a:solidFill>
              </a:defRPr>
            </a:lvl1pPr>
            <a:lvl2pPr>
              <a:defRPr sz="3225" b="1">
                <a:solidFill>
                  <a:srgbClr val="142D49"/>
                </a:solidFill>
              </a:defRPr>
            </a:lvl2pPr>
            <a:lvl3pPr>
              <a:defRPr sz="3225" b="1">
                <a:solidFill>
                  <a:srgbClr val="142D49"/>
                </a:solidFill>
              </a:defRPr>
            </a:lvl3pPr>
            <a:lvl4pPr>
              <a:defRPr sz="3225" b="1">
                <a:solidFill>
                  <a:srgbClr val="142D49"/>
                </a:solidFill>
              </a:defRPr>
            </a:lvl4pPr>
            <a:lvl5pPr>
              <a:defRPr sz="3225" b="1">
                <a:solidFill>
                  <a:srgbClr val="142D49"/>
                </a:solidFill>
              </a:defRPr>
            </a:lvl5pPr>
            <a:lvl6pPr>
              <a:defRPr sz="3225" b="1">
                <a:solidFill>
                  <a:srgbClr val="142D49"/>
                </a:solidFill>
              </a:defRPr>
            </a:lvl6pPr>
            <a:lvl7pPr>
              <a:defRPr sz="3225" b="1">
                <a:solidFill>
                  <a:srgbClr val="142D49"/>
                </a:solidFill>
              </a:defRPr>
            </a:lvl7pPr>
            <a:lvl8pPr>
              <a:defRPr sz="3225" b="1">
                <a:solidFill>
                  <a:srgbClr val="142D49"/>
                </a:solidFill>
              </a:defRPr>
            </a:lvl8pPr>
            <a:lvl9pPr>
              <a:defRPr sz="3225" b="1">
                <a:solidFill>
                  <a:srgbClr val="142D49"/>
                </a:solidFill>
              </a:defRPr>
            </a:lvl9pPr>
          </a:lstStyle>
          <a:p>
            <a:pPr>
              <a:defRPr sz="3225" b="1">
                <a:solidFill>
                  <a:srgbClr val="142D49"/>
                </a:solidFill>
              </a:defRPr>
            </a:pPr>
            <a:r>
              <a:rPr sz="3225" b="1" dirty="0">
                <a:solidFill>
                  <a:srgbClr val="142D49"/>
                </a:solidFill>
              </a:rPr>
              <a:t>O </a:t>
            </a:r>
            <a:r>
              <a:rPr sz="3225" b="1" dirty="0" err="1">
                <a:solidFill>
                  <a:srgbClr val="142D49"/>
                </a:solidFill>
              </a:rPr>
              <a:t>que</a:t>
            </a:r>
            <a:r>
              <a:rPr sz="3225" b="1" dirty="0">
                <a:solidFill>
                  <a:srgbClr val="142D49"/>
                </a:solidFill>
              </a:rPr>
              <a:t> </a:t>
            </a:r>
            <a:r>
              <a:rPr sz="3225" b="1" dirty="0" err="1">
                <a:solidFill>
                  <a:srgbClr val="142D49"/>
                </a:solidFill>
              </a:rPr>
              <a:t>fizemos</a:t>
            </a:r>
            <a:r>
              <a:rPr sz="3225" b="1" dirty="0">
                <a:solidFill>
                  <a:srgbClr val="142D49"/>
                </a:solidFill>
              </a:rPr>
              <a:t> </a:t>
            </a:r>
            <a:r>
              <a:rPr sz="3225" b="1" dirty="0" err="1">
                <a:solidFill>
                  <a:srgbClr val="142D49"/>
                </a:solidFill>
              </a:rPr>
              <a:t>na</a:t>
            </a:r>
            <a:r>
              <a:rPr sz="3225" b="1" dirty="0">
                <a:solidFill>
                  <a:srgbClr val="142D49"/>
                </a:solidFill>
              </a:rPr>
              <a:t> </a:t>
            </a:r>
            <a:r>
              <a:rPr sz="3225" b="1" dirty="0" err="1">
                <a:solidFill>
                  <a:srgbClr val="142D49"/>
                </a:solidFill>
              </a:rPr>
              <a:t>preparação</a:t>
            </a:r>
            <a:endParaRPr sz="3225" b="1" dirty="0">
              <a:solidFill>
                <a:srgbClr val="142D49"/>
              </a:solidFill>
            </a:endParaRPr>
          </a:p>
        </p:txBody>
      </p:sp>
      <p:sp>
        <p:nvSpPr>
          <p:cNvPr id="3" name="Subtítulo">
            <a:extLst>
              <a:ext uri="{FF2B5EF4-FFF2-40B4-BE49-F238E27FC236}">
                <a16:creationId xmlns:a16="http://schemas.microsoft.com/office/drawing/2014/main" id="{4072055D-A27E-4697-8588-8B9BF3990FC1}"/>
              </a:ext>
            </a:extLst>
          </p:cNvPr>
          <p:cNvSpPr>
            <a:spLocks noGrp="1"/>
          </p:cNvSpPr>
          <p:nvPr/>
        </p:nvSpPr>
        <p:spPr>
          <a:xfrm>
            <a:off x="590550" y="1016000"/>
            <a:ext cx="1095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5B7087"/>
                </a:solidFill>
              </a:defRPr>
            </a:defPPr>
            <a:lvl1pPr>
              <a:defRPr sz="1650" b="0">
                <a:solidFill>
                  <a:srgbClr val="5B7087"/>
                </a:solidFill>
              </a:defRPr>
            </a:lvl1pPr>
            <a:lvl2pPr>
              <a:defRPr sz="1650" b="0">
                <a:solidFill>
                  <a:srgbClr val="5B7087"/>
                </a:solidFill>
              </a:defRPr>
            </a:lvl2pPr>
            <a:lvl3pPr>
              <a:defRPr sz="1650" b="0">
                <a:solidFill>
                  <a:srgbClr val="5B7087"/>
                </a:solidFill>
              </a:defRPr>
            </a:lvl3pPr>
            <a:lvl4pPr>
              <a:defRPr sz="1650" b="0">
                <a:solidFill>
                  <a:srgbClr val="5B7087"/>
                </a:solidFill>
              </a:defRPr>
            </a:lvl4pPr>
            <a:lvl5pPr>
              <a:defRPr sz="1650" b="0">
                <a:solidFill>
                  <a:srgbClr val="5B7087"/>
                </a:solidFill>
              </a:defRPr>
            </a:lvl5pPr>
            <a:lvl6pPr>
              <a:defRPr sz="1650" b="0">
                <a:solidFill>
                  <a:srgbClr val="5B7087"/>
                </a:solidFill>
              </a:defRPr>
            </a:lvl6pPr>
            <a:lvl7pPr>
              <a:defRPr sz="1650" b="0">
                <a:solidFill>
                  <a:srgbClr val="5B7087"/>
                </a:solidFill>
              </a:defRPr>
            </a:lvl7pPr>
            <a:lvl8pPr>
              <a:defRPr sz="1650" b="0">
                <a:solidFill>
                  <a:srgbClr val="5B7087"/>
                </a:solidFill>
              </a:defRPr>
            </a:lvl8pPr>
            <a:lvl9pPr>
              <a:defRPr sz="1650" b="0">
                <a:solidFill>
                  <a:srgbClr val="5B7087"/>
                </a:solidFill>
              </a:defRPr>
            </a:lvl9pPr>
          </a:lstStyle>
          <a:p>
            <a:pPr>
              <a:defRPr sz="1650" b="0">
                <a:solidFill>
                  <a:srgbClr val="5B7087"/>
                </a:solidFill>
              </a:defRPr>
            </a:pPr>
            <a:r>
              <a:rPr sz="1650" b="0">
                <a:solidFill>
                  <a:srgbClr val="5B7087"/>
                </a:solidFill>
              </a:rPr>
              <a:t>As decisões de preparação tornaram as variáveis utilizáveis pelos modelos.</a:t>
            </a:r>
          </a:p>
        </p:txBody>
      </p:sp>
      <p:sp>
        <p:nvSpPr>
          <p:cNvPr id="4" name="Fundo da etapa 01">
            <a:extLst>
              <a:ext uri="{FF2B5EF4-FFF2-40B4-BE49-F238E27FC236}">
                <a16:creationId xmlns:a16="http://schemas.microsoft.com/office/drawing/2014/main" id="{73CC2159-FEEF-4481-B897-0D9D7565FA73}"/>
              </a:ext>
            </a:extLst>
          </p:cNvPr>
          <p:cNvSpPr>
            <a:spLocks noGrp="1"/>
          </p:cNvSpPr>
          <p:nvPr/>
        </p:nvSpPr>
        <p:spPr>
          <a:xfrm>
            <a:off x="643890" y="1971675"/>
            <a:ext cx="3524250" cy="17526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DE5E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Número 01">
            <a:extLst>
              <a:ext uri="{FF2B5EF4-FFF2-40B4-BE49-F238E27FC236}">
                <a16:creationId xmlns:a16="http://schemas.microsoft.com/office/drawing/2014/main" id="{A98B787F-042C-48A2-8EE6-E286288F5B10}"/>
              </a:ext>
            </a:extLst>
          </p:cNvPr>
          <p:cNvSpPr>
            <a:spLocks noGrp="1"/>
          </p:cNvSpPr>
          <p:nvPr/>
        </p:nvSpPr>
        <p:spPr>
          <a:xfrm>
            <a:off x="834390" y="2133600"/>
            <a:ext cx="552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325" b="1">
                <a:solidFill>
                  <a:srgbClr val="3567A0"/>
                </a:solidFill>
              </a:defRPr>
            </a:defPPr>
            <a:lvl1pPr>
              <a:defRPr sz="2325" b="1">
                <a:solidFill>
                  <a:srgbClr val="3567A0"/>
                </a:solidFill>
              </a:defRPr>
            </a:lvl1pPr>
            <a:lvl2pPr>
              <a:defRPr sz="2325" b="1">
                <a:solidFill>
                  <a:srgbClr val="3567A0"/>
                </a:solidFill>
              </a:defRPr>
            </a:lvl2pPr>
            <a:lvl3pPr>
              <a:defRPr sz="2325" b="1">
                <a:solidFill>
                  <a:srgbClr val="3567A0"/>
                </a:solidFill>
              </a:defRPr>
            </a:lvl3pPr>
            <a:lvl4pPr>
              <a:defRPr sz="2325" b="1">
                <a:solidFill>
                  <a:srgbClr val="3567A0"/>
                </a:solidFill>
              </a:defRPr>
            </a:lvl4pPr>
            <a:lvl5pPr>
              <a:defRPr sz="2325" b="1">
                <a:solidFill>
                  <a:srgbClr val="3567A0"/>
                </a:solidFill>
              </a:defRPr>
            </a:lvl5pPr>
            <a:lvl6pPr>
              <a:defRPr sz="2325" b="1">
                <a:solidFill>
                  <a:srgbClr val="3567A0"/>
                </a:solidFill>
              </a:defRPr>
            </a:lvl6pPr>
            <a:lvl7pPr>
              <a:defRPr sz="2325" b="1">
                <a:solidFill>
                  <a:srgbClr val="3567A0"/>
                </a:solidFill>
              </a:defRPr>
            </a:lvl7pPr>
            <a:lvl8pPr>
              <a:defRPr sz="2325" b="1">
                <a:solidFill>
                  <a:srgbClr val="3567A0"/>
                </a:solidFill>
              </a:defRPr>
            </a:lvl8pPr>
            <a:lvl9pPr>
              <a:defRPr sz="2325" b="1">
                <a:solidFill>
                  <a:srgbClr val="3567A0"/>
                </a:solidFill>
              </a:defRPr>
            </a:lvl9pPr>
          </a:lstStyle>
          <a:p>
            <a:pPr>
              <a:defRPr sz="2325" b="1">
                <a:solidFill>
                  <a:srgbClr val="3567A0"/>
                </a:solidFill>
              </a:defRPr>
            </a:pPr>
            <a:r>
              <a:rPr sz="2325" b="1">
                <a:solidFill>
                  <a:srgbClr val="3567A0"/>
                </a:solidFill>
              </a:rPr>
              <a:t>01</a:t>
            </a:r>
          </a:p>
        </p:txBody>
      </p:sp>
      <p:sp>
        <p:nvSpPr>
          <p:cNvPr id="6" name="Título 01">
            <a:extLst>
              <a:ext uri="{FF2B5EF4-FFF2-40B4-BE49-F238E27FC236}">
                <a16:creationId xmlns:a16="http://schemas.microsoft.com/office/drawing/2014/main" id="{AC5C5026-835B-4125-BF2E-2B79562C9E3B}"/>
              </a:ext>
            </a:extLst>
          </p:cNvPr>
          <p:cNvSpPr>
            <a:spLocks noGrp="1"/>
          </p:cNvSpPr>
          <p:nvPr/>
        </p:nvSpPr>
        <p:spPr>
          <a:xfrm>
            <a:off x="1443990" y="2114550"/>
            <a:ext cx="2533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00" b="1">
                <a:solidFill>
                  <a:srgbClr val="142D49"/>
                </a:solidFill>
              </a:defRPr>
            </a:defPPr>
            <a:lvl1pPr>
              <a:defRPr sz="1500" b="1">
                <a:solidFill>
                  <a:srgbClr val="142D49"/>
                </a:solidFill>
              </a:defRPr>
            </a:lvl1pPr>
            <a:lvl2pPr>
              <a:defRPr sz="1500" b="1">
                <a:solidFill>
                  <a:srgbClr val="142D49"/>
                </a:solidFill>
              </a:defRPr>
            </a:lvl2pPr>
            <a:lvl3pPr>
              <a:defRPr sz="1500" b="1">
                <a:solidFill>
                  <a:srgbClr val="142D49"/>
                </a:solidFill>
              </a:defRPr>
            </a:lvl3pPr>
            <a:lvl4pPr>
              <a:defRPr sz="1500" b="1">
                <a:solidFill>
                  <a:srgbClr val="142D49"/>
                </a:solidFill>
              </a:defRPr>
            </a:lvl4pPr>
            <a:lvl5pPr>
              <a:defRPr sz="1500" b="1">
                <a:solidFill>
                  <a:srgbClr val="142D49"/>
                </a:solidFill>
              </a:defRPr>
            </a:lvl5pPr>
            <a:lvl6pPr>
              <a:defRPr sz="1500" b="1">
                <a:solidFill>
                  <a:srgbClr val="142D49"/>
                </a:solidFill>
              </a:defRPr>
            </a:lvl6pPr>
            <a:lvl7pPr>
              <a:defRPr sz="1500" b="1">
                <a:solidFill>
                  <a:srgbClr val="142D49"/>
                </a:solidFill>
              </a:defRPr>
            </a:lvl7pPr>
            <a:lvl8pPr>
              <a:defRPr sz="1500" b="1">
                <a:solidFill>
                  <a:srgbClr val="142D49"/>
                </a:solidFill>
              </a:defRPr>
            </a:lvl8pPr>
            <a:lvl9pPr>
              <a:defRPr sz="1500" b="1">
                <a:solidFill>
                  <a:srgbClr val="142D49"/>
                </a:solidFill>
              </a:defRPr>
            </a:lvl9pPr>
          </a:lstStyle>
          <a:p>
            <a:pPr>
              <a:defRPr sz="1500" b="1">
                <a:solidFill>
                  <a:srgbClr val="142D49"/>
                </a:solidFill>
              </a:defRPr>
            </a:pPr>
            <a:r>
              <a:rPr sz="1500" b="1">
                <a:solidFill>
                  <a:srgbClr val="142D49"/>
                </a:solidFill>
              </a:rPr>
              <a:t>Excluir o identificador</a:t>
            </a:r>
          </a:p>
        </p:txBody>
      </p:sp>
      <p:sp>
        <p:nvSpPr>
          <p:cNvPr id="7" name="Destaque da etapa 01">
            <a:extLst>
              <a:ext uri="{FF2B5EF4-FFF2-40B4-BE49-F238E27FC236}">
                <a16:creationId xmlns:a16="http://schemas.microsoft.com/office/drawing/2014/main" id="{3F4A5BF1-4276-4E4C-96EA-83727B441D28}"/>
              </a:ext>
            </a:extLst>
          </p:cNvPr>
          <p:cNvSpPr>
            <a:spLocks noGrp="1"/>
          </p:cNvSpPr>
          <p:nvPr/>
        </p:nvSpPr>
        <p:spPr>
          <a:xfrm>
            <a:off x="834390" y="2609850"/>
            <a:ext cx="400050" cy="28575"/>
          </a:xfrm>
          <a:prstGeom prst="rect">
            <a:avLst/>
          </a:prstGeom>
          <a:solidFill>
            <a:srgbClr val="3567A0"/>
          </a:solidFill>
          <a:ln w="0">
            <a:noFill/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Descrição 01">
            <a:extLst>
              <a:ext uri="{FF2B5EF4-FFF2-40B4-BE49-F238E27FC236}">
                <a16:creationId xmlns:a16="http://schemas.microsoft.com/office/drawing/2014/main" id="{71DFDA1E-E105-4405-B376-573A84E6C248}"/>
              </a:ext>
            </a:extLst>
          </p:cNvPr>
          <p:cNvSpPr>
            <a:spLocks noGrp="1"/>
          </p:cNvSpPr>
          <p:nvPr/>
        </p:nvSpPr>
        <p:spPr>
          <a:xfrm>
            <a:off x="834390" y="2762250"/>
            <a:ext cx="31432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5B7087"/>
                </a:solidFill>
              </a:defRPr>
            </a:defPPr>
            <a:lvl1pPr>
              <a:defRPr sz="1275" b="0">
                <a:solidFill>
                  <a:srgbClr val="5B7087"/>
                </a:solidFill>
              </a:defRPr>
            </a:lvl1pPr>
            <a:lvl2pPr>
              <a:defRPr sz="1275" b="0">
                <a:solidFill>
                  <a:srgbClr val="5B7087"/>
                </a:solidFill>
              </a:defRPr>
            </a:lvl2pPr>
            <a:lvl3pPr>
              <a:defRPr sz="1275" b="0">
                <a:solidFill>
                  <a:srgbClr val="5B7087"/>
                </a:solidFill>
              </a:defRPr>
            </a:lvl3pPr>
            <a:lvl4pPr>
              <a:defRPr sz="1275" b="0">
                <a:solidFill>
                  <a:srgbClr val="5B7087"/>
                </a:solidFill>
              </a:defRPr>
            </a:lvl4pPr>
            <a:lvl5pPr>
              <a:defRPr sz="1275" b="0">
                <a:solidFill>
                  <a:srgbClr val="5B7087"/>
                </a:solidFill>
              </a:defRPr>
            </a:lvl5pPr>
            <a:lvl6pPr>
              <a:defRPr sz="1275" b="0">
                <a:solidFill>
                  <a:srgbClr val="5B7087"/>
                </a:solidFill>
              </a:defRPr>
            </a:lvl6pPr>
            <a:lvl7pPr>
              <a:defRPr sz="1275" b="0">
                <a:solidFill>
                  <a:srgbClr val="5B7087"/>
                </a:solidFill>
              </a:defRPr>
            </a:lvl7pPr>
            <a:lvl8pPr>
              <a:defRPr sz="1275" b="0">
                <a:solidFill>
                  <a:srgbClr val="5B7087"/>
                </a:solidFill>
              </a:defRPr>
            </a:lvl8pPr>
            <a:lvl9pPr>
              <a:defRPr sz="1275" b="0">
                <a:solidFill>
                  <a:srgbClr val="5B7087"/>
                </a:solidFill>
              </a:defRPr>
            </a:lvl9pPr>
          </a:lstStyle>
          <a:p>
            <a:pPr>
              <a:defRPr sz="1275" b="0">
                <a:solidFill>
                  <a:srgbClr val="5B7087"/>
                </a:solidFill>
              </a:defRPr>
            </a:pPr>
            <a:r>
              <a:rPr sz="1275" b="0">
                <a:solidFill>
                  <a:srgbClr val="5B7087"/>
                </a:solidFill>
              </a:rPr>
              <a:t>O id_candidato foi retirado das variáveis usadas pelo modelo.</a:t>
            </a:r>
          </a:p>
        </p:txBody>
      </p:sp>
      <p:sp>
        <p:nvSpPr>
          <p:cNvPr id="9" name="Fundo da etapa 02">
            <a:extLst>
              <a:ext uri="{FF2B5EF4-FFF2-40B4-BE49-F238E27FC236}">
                <a16:creationId xmlns:a16="http://schemas.microsoft.com/office/drawing/2014/main" id="{5C113BC5-17A6-45FE-80BA-F2715A38AB02}"/>
              </a:ext>
            </a:extLst>
          </p:cNvPr>
          <p:cNvSpPr>
            <a:spLocks noGrp="1"/>
          </p:cNvSpPr>
          <p:nvPr/>
        </p:nvSpPr>
        <p:spPr>
          <a:xfrm>
            <a:off x="4406265" y="1971675"/>
            <a:ext cx="3524250" cy="17526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DE5E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Número 02">
            <a:extLst>
              <a:ext uri="{FF2B5EF4-FFF2-40B4-BE49-F238E27FC236}">
                <a16:creationId xmlns:a16="http://schemas.microsoft.com/office/drawing/2014/main" id="{540BECBF-FE9E-4B30-BAE4-7DD51B7C6D20}"/>
              </a:ext>
            </a:extLst>
          </p:cNvPr>
          <p:cNvSpPr>
            <a:spLocks noGrp="1"/>
          </p:cNvSpPr>
          <p:nvPr/>
        </p:nvSpPr>
        <p:spPr>
          <a:xfrm>
            <a:off x="4596765" y="2133600"/>
            <a:ext cx="552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325" b="1">
                <a:solidFill>
                  <a:srgbClr val="3567A0"/>
                </a:solidFill>
              </a:defRPr>
            </a:defPPr>
            <a:lvl1pPr>
              <a:defRPr sz="2325" b="1">
                <a:solidFill>
                  <a:srgbClr val="3567A0"/>
                </a:solidFill>
              </a:defRPr>
            </a:lvl1pPr>
            <a:lvl2pPr>
              <a:defRPr sz="2325" b="1">
                <a:solidFill>
                  <a:srgbClr val="3567A0"/>
                </a:solidFill>
              </a:defRPr>
            </a:lvl2pPr>
            <a:lvl3pPr>
              <a:defRPr sz="2325" b="1">
                <a:solidFill>
                  <a:srgbClr val="3567A0"/>
                </a:solidFill>
              </a:defRPr>
            </a:lvl3pPr>
            <a:lvl4pPr>
              <a:defRPr sz="2325" b="1">
                <a:solidFill>
                  <a:srgbClr val="3567A0"/>
                </a:solidFill>
              </a:defRPr>
            </a:lvl4pPr>
            <a:lvl5pPr>
              <a:defRPr sz="2325" b="1">
                <a:solidFill>
                  <a:srgbClr val="3567A0"/>
                </a:solidFill>
              </a:defRPr>
            </a:lvl5pPr>
            <a:lvl6pPr>
              <a:defRPr sz="2325" b="1">
                <a:solidFill>
                  <a:srgbClr val="3567A0"/>
                </a:solidFill>
              </a:defRPr>
            </a:lvl6pPr>
            <a:lvl7pPr>
              <a:defRPr sz="2325" b="1">
                <a:solidFill>
                  <a:srgbClr val="3567A0"/>
                </a:solidFill>
              </a:defRPr>
            </a:lvl7pPr>
            <a:lvl8pPr>
              <a:defRPr sz="2325" b="1">
                <a:solidFill>
                  <a:srgbClr val="3567A0"/>
                </a:solidFill>
              </a:defRPr>
            </a:lvl8pPr>
            <a:lvl9pPr>
              <a:defRPr sz="2325" b="1">
                <a:solidFill>
                  <a:srgbClr val="3567A0"/>
                </a:solidFill>
              </a:defRPr>
            </a:lvl9pPr>
          </a:lstStyle>
          <a:p>
            <a:pPr>
              <a:defRPr sz="2325" b="1">
                <a:solidFill>
                  <a:srgbClr val="3567A0"/>
                </a:solidFill>
              </a:defRPr>
            </a:pPr>
            <a:r>
              <a:rPr sz="2325" b="1">
                <a:solidFill>
                  <a:srgbClr val="3567A0"/>
                </a:solidFill>
              </a:rPr>
              <a:t>02</a:t>
            </a:r>
          </a:p>
        </p:txBody>
      </p:sp>
      <p:sp>
        <p:nvSpPr>
          <p:cNvPr id="11" name="Título 02">
            <a:extLst>
              <a:ext uri="{FF2B5EF4-FFF2-40B4-BE49-F238E27FC236}">
                <a16:creationId xmlns:a16="http://schemas.microsoft.com/office/drawing/2014/main" id="{DE15B047-9F9B-4095-947B-EEBCEC0FFC94}"/>
              </a:ext>
            </a:extLst>
          </p:cNvPr>
          <p:cNvSpPr>
            <a:spLocks noGrp="1"/>
          </p:cNvSpPr>
          <p:nvPr/>
        </p:nvSpPr>
        <p:spPr>
          <a:xfrm>
            <a:off x="5206365" y="2114550"/>
            <a:ext cx="2533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00" b="1">
                <a:solidFill>
                  <a:srgbClr val="142D49"/>
                </a:solidFill>
              </a:defRPr>
            </a:defPPr>
            <a:lvl1pPr>
              <a:defRPr sz="1500" b="1">
                <a:solidFill>
                  <a:srgbClr val="142D49"/>
                </a:solidFill>
              </a:defRPr>
            </a:lvl1pPr>
            <a:lvl2pPr>
              <a:defRPr sz="1500" b="1">
                <a:solidFill>
                  <a:srgbClr val="142D49"/>
                </a:solidFill>
              </a:defRPr>
            </a:lvl2pPr>
            <a:lvl3pPr>
              <a:defRPr sz="1500" b="1">
                <a:solidFill>
                  <a:srgbClr val="142D49"/>
                </a:solidFill>
              </a:defRPr>
            </a:lvl3pPr>
            <a:lvl4pPr>
              <a:defRPr sz="1500" b="1">
                <a:solidFill>
                  <a:srgbClr val="142D49"/>
                </a:solidFill>
              </a:defRPr>
            </a:lvl4pPr>
            <a:lvl5pPr>
              <a:defRPr sz="1500" b="1">
                <a:solidFill>
                  <a:srgbClr val="142D49"/>
                </a:solidFill>
              </a:defRPr>
            </a:lvl5pPr>
            <a:lvl6pPr>
              <a:defRPr sz="1500" b="1">
                <a:solidFill>
                  <a:srgbClr val="142D49"/>
                </a:solidFill>
              </a:defRPr>
            </a:lvl6pPr>
            <a:lvl7pPr>
              <a:defRPr sz="1500" b="1">
                <a:solidFill>
                  <a:srgbClr val="142D49"/>
                </a:solidFill>
              </a:defRPr>
            </a:lvl7pPr>
            <a:lvl8pPr>
              <a:defRPr sz="1500" b="1">
                <a:solidFill>
                  <a:srgbClr val="142D49"/>
                </a:solidFill>
              </a:defRPr>
            </a:lvl8pPr>
            <a:lvl9pPr>
              <a:defRPr sz="1500" b="1">
                <a:solidFill>
                  <a:srgbClr val="142D49"/>
                </a:solidFill>
              </a:defRPr>
            </a:lvl9pPr>
          </a:lstStyle>
          <a:p>
            <a:pPr>
              <a:defRPr sz="1500" b="1">
                <a:solidFill>
                  <a:srgbClr val="142D49"/>
                </a:solidFill>
              </a:defRPr>
            </a:pPr>
            <a:r>
              <a:rPr sz="1500" b="1">
                <a:solidFill>
                  <a:srgbClr val="142D49"/>
                </a:solidFill>
              </a:rPr>
              <a:t>Criar variáveis úteis</a:t>
            </a:r>
          </a:p>
        </p:txBody>
      </p:sp>
      <p:sp>
        <p:nvSpPr>
          <p:cNvPr id="12" name="Destaque da etapa 02">
            <a:extLst>
              <a:ext uri="{FF2B5EF4-FFF2-40B4-BE49-F238E27FC236}">
                <a16:creationId xmlns:a16="http://schemas.microsoft.com/office/drawing/2014/main" id="{318F995A-D649-4F71-8D4F-3F4926A57105}"/>
              </a:ext>
            </a:extLst>
          </p:cNvPr>
          <p:cNvSpPr>
            <a:spLocks noGrp="1"/>
          </p:cNvSpPr>
          <p:nvPr/>
        </p:nvSpPr>
        <p:spPr>
          <a:xfrm>
            <a:off x="4596765" y="2609850"/>
            <a:ext cx="400050" cy="28575"/>
          </a:xfrm>
          <a:prstGeom prst="rect">
            <a:avLst/>
          </a:prstGeom>
          <a:solidFill>
            <a:srgbClr val="3567A0"/>
          </a:solidFill>
          <a:ln w="0">
            <a:noFill/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Descrição 02">
            <a:extLst>
              <a:ext uri="{FF2B5EF4-FFF2-40B4-BE49-F238E27FC236}">
                <a16:creationId xmlns:a16="http://schemas.microsoft.com/office/drawing/2014/main" id="{4C24DFEA-BB04-4E6C-A31E-5D30486A05D2}"/>
              </a:ext>
            </a:extLst>
          </p:cNvPr>
          <p:cNvSpPr>
            <a:spLocks noGrp="1"/>
          </p:cNvSpPr>
          <p:nvPr/>
        </p:nvSpPr>
        <p:spPr>
          <a:xfrm>
            <a:off x="4596765" y="2762250"/>
            <a:ext cx="31432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5B7087"/>
                </a:solidFill>
              </a:defRPr>
            </a:defPPr>
            <a:lvl1pPr>
              <a:defRPr sz="1275" b="0">
                <a:solidFill>
                  <a:srgbClr val="5B7087"/>
                </a:solidFill>
              </a:defRPr>
            </a:lvl1pPr>
            <a:lvl2pPr>
              <a:defRPr sz="1275" b="0">
                <a:solidFill>
                  <a:srgbClr val="5B7087"/>
                </a:solidFill>
              </a:defRPr>
            </a:lvl2pPr>
            <a:lvl3pPr>
              <a:defRPr sz="1275" b="0">
                <a:solidFill>
                  <a:srgbClr val="5B7087"/>
                </a:solidFill>
              </a:defRPr>
            </a:lvl3pPr>
            <a:lvl4pPr>
              <a:defRPr sz="1275" b="0">
                <a:solidFill>
                  <a:srgbClr val="5B7087"/>
                </a:solidFill>
              </a:defRPr>
            </a:lvl4pPr>
            <a:lvl5pPr>
              <a:defRPr sz="1275" b="0">
                <a:solidFill>
                  <a:srgbClr val="5B7087"/>
                </a:solidFill>
              </a:defRPr>
            </a:lvl5pPr>
            <a:lvl6pPr>
              <a:defRPr sz="1275" b="0">
                <a:solidFill>
                  <a:srgbClr val="5B7087"/>
                </a:solidFill>
              </a:defRPr>
            </a:lvl6pPr>
            <a:lvl7pPr>
              <a:defRPr sz="1275" b="0">
                <a:solidFill>
                  <a:srgbClr val="5B7087"/>
                </a:solidFill>
              </a:defRPr>
            </a:lvl7pPr>
            <a:lvl8pPr>
              <a:defRPr sz="1275" b="0">
                <a:solidFill>
                  <a:srgbClr val="5B7087"/>
                </a:solidFill>
              </a:defRPr>
            </a:lvl8pPr>
            <a:lvl9pPr>
              <a:defRPr sz="1275" b="0">
                <a:solidFill>
                  <a:srgbClr val="5B7087"/>
                </a:solidFill>
              </a:defRPr>
            </a:lvl9pPr>
          </a:lstStyle>
          <a:p>
            <a:pPr>
              <a:defRPr sz="1275" b="0">
                <a:solidFill>
                  <a:srgbClr val="5B7087"/>
                </a:solidFill>
              </a:defRPr>
            </a:pPr>
            <a:r>
              <a:rPr sz="1275" b="0">
                <a:solidFill>
                  <a:srgbClr val="5B7087"/>
                </a:solidFill>
              </a:rPr>
              <a:t>Experiência convertida em número; criada a variável «pouca experiência».</a:t>
            </a:r>
          </a:p>
        </p:txBody>
      </p:sp>
      <p:sp>
        <p:nvSpPr>
          <p:cNvPr id="14" name="Fundo da etapa 03">
            <a:extLst>
              <a:ext uri="{FF2B5EF4-FFF2-40B4-BE49-F238E27FC236}">
                <a16:creationId xmlns:a16="http://schemas.microsoft.com/office/drawing/2014/main" id="{F1D8EA92-4F2A-417E-BB55-969F5BE4F0B2}"/>
              </a:ext>
            </a:extLst>
          </p:cNvPr>
          <p:cNvSpPr>
            <a:spLocks noGrp="1"/>
          </p:cNvSpPr>
          <p:nvPr/>
        </p:nvSpPr>
        <p:spPr>
          <a:xfrm>
            <a:off x="8168640" y="1971675"/>
            <a:ext cx="3524250" cy="17526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DE5E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Número 03">
            <a:extLst>
              <a:ext uri="{FF2B5EF4-FFF2-40B4-BE49-F238E27FC236}">
                <a16:creationId xmlns:a16="http://schemas.microsoft.com/office/drawing/2014/main" id="{5D5B3BA1-6BA8-42F9-8326-D3B40E4DCBEA}"/>
              </a:ext>
            </a:extLst>
          </p:cNvPr>
          <p:cNvSpPr>
            <a:spLocks noGrp="1"/>
          </p:cNvSpPr>
          <p:nvPr/>
        </p:nvSpPr>
        <p:spPr>
          <a:xfrm>
            <a:off x="8359140" y="2133600"/>
            <a:ext cx="552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325" b="1">
                <a:solidFill>
                  <a:srgbClr val="3567A0"/>
                </a:solidFill>
              </a:defRPr>
            </a:defPPr>
            <a:lvl1pPr>
              <a:defRPr sz="2325" b="1">
                <a:solidFill>
                  <a:srgbClr val="3567A0"/>
                </a:solidFill>
              </a:defRPr>
            </a:lvl1pPr>
            <a:lvl2pPr>
              <a:defRPr sz="2325" b="1">
                <a:solidFill>
                  <a:srgbClr val="3567A0"/>
                </a:solidFill>
              </a:defRPr>
            </a:lvl2pPr>
            <a:lvl3pPr>
              <a:defRPr sz="2325" b="1">
                <a:solidFill>
                  <a:srgbClr val="3567A0"/>
                </a:solidFill>
              </a:defRPr>
            </a:lvl3pPr>
            <a:lvl4pPr>
              <a:defRPr sz="2325" b="1">
                <a:solidFill>
                  <a:srgbClr val="3567A0"/>
                </a:solidFill>
              </a:defRPr>
            </a:lvl4pPr>
            <a:lvl5pPr>
              <a:defRPr sz="2325" b="1">
                <a:solidFill>
                  <a:srgbClr val="3567A0"/>
                </a:solidFill>
              </a:defRPr>
            </a:lvl5pPr>
            <a:lvl6pPr>
              <a:defRPr sz="2325" b="1">
                <a:solidFill>
                  <a:srgbClr val="3567A0"/>
                </a:solidFill>
              </a:defRPr>
            </a:lvl6pPr>
            <a:lvl7pPr>
              <a:defRPr sz="2325" b="1">
                <a:solidFill>
                  <a:srgbClr val="3567A0"/>
                </a:solidFill>
              </a:defRPr>
            </a:lvl7pPr>
            <a:lvl8pPr>
              <a:defRPr sz="2325" b="1">
                <a:solidFill>
                  <a:srgbClr val="3567A0"/>
                </a:solidFill>
              </a:defRPr>
            </a:lvl8pPr>
            <a:lvl9pPr>
              <a:defRPr sz="2325" b="1">
                <a:solidFill>
                  <a:srgbClr val="3567A0"/>
                </a:solidFill>
              </a:defRPr>
            </a:lvl9pPr>
          </a:lstStyle>
          <a:p>
            <a:pPr>
              <a:defRPr sz="2325" b="1">
                <a:solidFill>
                  <a:srgbClr val="3567A0"/>
                </a:solidFill>
              </a:defRPr>
            </a:pPr>
            <a:r>
              <a:rPr sz="2325" b="1">
                <a:solidFill>
                  <a:srgbClr val="3567A0"/>
                </a:solidFill>
              </a:rPr>
              <a:t>03</a:t>
            </a:r>
          </a:p>
        </p:txBody>
      </p:sp>
      <p:sp>
        <p:nvSpPr>
          <p:cNvPr id="16" name="Título 03">
            <a:extLst>
              <a:ext uri="{FF2B5EF4-FFF2-40B4-BE49-F238E27FC236}">
                <a16:creationId xmlns:a16="http://schemas.microsoft.com/office/drawing/2014/main" id="{2E240C07-B3E0-4EAA-9D0E-0856E846DDE9}"/>
              </a:ext>
            </a:extLst>
          </p:cNvPr>
          <p:cNvSpPr>
            <a:spLocks noGrp="1"/>
          </p:cNvSpPr>
          <p:nvPr/>
        </p:nvSpPr>
        <p:spPr>
          <a:xfrm>
            <a:off x="8968740" y="2114550"/>
            <a:ext cx="2533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00" b="1">
                <a:solidFill>
                  <a:srgbClr val="142D49"/>
                </a:solidFill>
              </a:defRPr>
            </a:defPPr>
            <a:lvl1pPr>
              <a:defRPr sz="1500" b="1">
                <a:solidFill>
                  <a:srgbClr val="142D49"/>
                </a:solidFill>
              </a:defRPr>
            </a:lvl1pPr>
            <a:lvl2pPr>
              <a:defRPr sz="1500" b="1">
                <a:solidFill>
                  <a:srgbClr val="142D49"/>
                </a:solidFill>
              </a:defRPr>
            </a:lvl2pPr>
            <a:lvl3pPr>
              <a:defRPr sz="1500" b="1">
                <a:solidFill>
                  <a:srgbClr val="142D49"/>
                </a:solidFill>
              </a:defRPr>
            </a:lvl3pPr>
            <a:lvl4pPr>
              <a:defRPr sz="1500" b="1">
                <a:solidFill>
                  <a:srgbClr val="142D49"/>
                </a:solidFill>
              </a:defRPr>
            </a:lvl4pPr>
            <a:lvl5pPr>
              <a:defRPr sz="1500" b="1">
                <a:solidFill>
                  <a:srgbClr val="142D49"/>
                </a:solidFill>
              </a:defRPr>
            </a:lvl5pPr>
            <a:lvl6pPr>
              <a:defRPr sz="1500" b="1">
                <a:solidFill>
                  <a:srgbClr val="142D49"/>
                </a:solidFill>
              </a:defRPr>
            </a:lvl6pPr>
            <a:lvl7pPr>
              <a:defRPr sz="1500" b="1">
                <a:solidFill>
                  <a:srgbClr val="142D49"/>
                </a:solidFill>
              </a:defRPr>
            </a:lvl7pPr>
            <a:lvl8pPr>
              <a:defRPr sz="1500" b="1">
                <a:solidFill>
                  <a:srgbClr val="142D49"/>
                </a:solidFill>
              </a:defRPr>
            </a:lvl8pPr>
            <a:lvl9pPr>
              <a:defRPr sz="1500" b="1">
                <a:solidFill>
                  <a:srgbClr val="142D49"/>
                </a:solidFill>
              </a:defRPr>
            </a:lvl9pPr>
          </a:lstStyle>
          <a:p>
            <a:pPr>
              <a:defRPr sz="1500" b="1">
                <a:solidFill>
                  <a:srgbClr val="142D49"/>
                </a:solidFill>
              </a:defRPr>
            </a:pPr>
            <a:r>
              <a:rPr sz="1500" b="1">
                <a:solidFill>
                  <a:srgbClr val="142D49"/>
                </a:solidFill>
              </a:rPr>
              <a:t>Separar treino e teste</a:t>
            </a:r>
          </a:p>
        </p:txBody>
      </p:sp>
      <p:sp>
        <p:nvSpPr>
          <p:cNvPr id="17" name="Destaque da etapa 03">
            <a:extLst>
              <a:ext uri="{FF2B5EF4-FFF2-40B4-BE49-F238E27FC236}">
                <a16:creationId xmlns:a16="http://schemas.microsoft.com/office/drawing/2014/main" id="{8666DAF6-30F3-48D0-8D09-3DE7D4BE7268}"/>
              </a:ext>
            </a:extLst>
          </p:cNvPr>
          <p:cNvSpPr>
            <a:spLocks noGrp="1"/>
          </p:cNvSpPr>
          <p:nvPr/>
        </p:nvSpPr>
        <p:spPr>
          <a:xfrm>
            <a:off x="8359140" y="2609850"/>
            <a:ext cx="400050" cy="28575"/>
          </a:xfrm>
          <a:prstGeom prst="rect">
            <a:avLst/>
          </a:prstGeom>
          <a:solidFill>
            <a:srgbClr val="3567A0"/>
          </a:solidFill>
          <a:ln w="0">
            <a:noFill/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Descrição 03">
            <a:extLst>
              <a:ext uri="{FF2B5EF4-FFF2-40B4-BE49-F238E27FC236}">
                <a16:creationId xmlns:a16="http://schemas.microsoft.com/office/drawing/2014/main" id="{BEBFEC8B-0E86-4AF6-B0F5-80427821BD32}"/>
              </a:ext>
            </a:extLst>
          </p:cNvPr>
          <p:cNvSpPr>
            <a:spLocks noGrp="1"/>
          </p:cNvSpPr>
          <p:nvPr/>
        </p:nvSpPr>
        <p:spPr>
          <a:xfrm>
            <a:off x="8359140" y="2762250"/>
            <a:ext cx="31432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5B7087"/>
                </a:solidFill>
              </a:defRPr>
            </a:defPPr>
            <a:lvl1pPr>
              <a:defRPr sz="1275" b="0">
                <a:solidFill>
                  <a:srgbClr val="5B7087"/>
                </a:solidFill>
              </a:defRPr>
            </a:lvl1pPr>
            <a:lvl2pPr>
              <a:defRPr sz="1275" b="0">
                <a:solidFill>
                  <a:srgbClr val="5B7087"/>
                </a:solidFill>
              </a:defRPr>
            </a:lvl2pPr>
            <a:lvl3pPr>
              <a:defRPr sz="1275" b="0">
                <a:solidFill>
                  <a:srgbClr val="5B7087"/>
                </a:solidFill>
              </a:defRPr>
            </a:lvl3pPr>
            <a:lvl4pPr>
              <a:defRPr sz="1275" b="0">
                <a:solidFill>
                  <a:srgbClr val="5B7087"/>
                </a:solidFill>
              </a:defRPr>
            </a:lvl4pPr>
            <a:lvl5pPr>
              <a:defRPr sz="1275" b="0">
                <a:solidFill>
                  <a:srgbClr val="5B7087"/>
                </a:solidFill>
              </a:defRPr>
            </a:lvl5pPr>
            <a:lvl6pPr>
              <a:defRPr sz="1275" b="0">
                <a:solidFill>
                  <a:srgbClr val="5B7087"/>
                </a:solidFill>
              </a:defRPr>
            </a:lvl6pPr>
            <a:lvl7pPr>
              <a:defRPr sz="1275" b="0">
                <a:solidFill>
                  <a:srgbClr val="5B7087"/>
                </a:solidFill>
              </a:defRPr>
            </a:lvl7pPr>
            <a:lvl8pPr>
              <a:defRPr sz="1275" b="0">
                <a:solidFill>
                  <a:srgbClr val="5B7087"/>
                </a:solidFill>
              </a:defRPr>
            </a:lvl8pPr>
            <a:lvl9pPr>
              <a:defRPr sz="1275" b="0">
                <a:solidFill>
                  <a:srgbClr val="5B7087"/>
                </a:solidFill>
              </a:defRPr>
            </a:lvl9pPr>
          </a:lstStyle>
          <a:p>
            <a:pPr>
              <a:defRPr sz="1275" b="0">
                <a:solidFill>
                  <a:srgbClr val="5B7087"/>
                </a:solidFill>
              </a:defRPr>
            </a:pPr>
            <a:r>
              <a:rPr sz="1275" b="0">
                <a:solidFill>
                  <a:srgbClr val="5B7087"/>
                </a:solidFill>
              </a:rPr>
              <a:t>Divisão estratificada: 80% para treino e 20% para teste.</a:t>
            </a:r>
          </a:p>
        </p:txBody>
      </p:sp>
      <p:sp>
        <p:nvSpPr>
          <p:cNvPr id="19" name="Fundo da etapa 04">
            <a:extLst>
              <a:ext uri="{FF2B5EF4-FFF2-40B4-BE49-F238E27FC236}">
                <a16:creationId xmlns:a16="http://schemas.microsoft.com/office/drawing/2014/main" id="{D04A7844-07A7-46E9-8F50-4A156BE8E8E2}"/>
              </a:ext>
            </a:extLst>
          </p:cNvPr>
          <p:cNvSpPr>
            <a:spLocks noGrp="1"/>
          </p:cNvSpPr>
          <p:nvPr/>
        </p:nvSpPr>
        <p:spPr>
          <a:xfrm>
            <a:off x="643890" y="4095750"/>
            <a:ext cx="3524250" cy="17526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DE5E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Número 04">
            <a:extLst>
              <a:ext uri="{FF2B5EF4-FFF2-40B4-BE49-F238E27FC236}">
                <a16:creationId xmlns:a16="http://schemas.microsoft.com/office/drawing/2014/main" id="{D1169EF0-3164-4CCE-935A-17EDA21E6827}"/>
              </a:ext>
            </a:extLst>
          </p:cNvPr>
          <p:cNvSpPr>
            <a:spLocks noGrp="1"/>
          </p:cNvSpPr>
          <p:nvPr/>
        </p:nvSpPr>
        <p:spPr>
          <a:xfrm>
            <a:off x="834390" y="4257675"/>
            <a:ext cx="552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325" b="1">
                <a:solidFill>
                  <a:srgbClr val="3567A0"/>
                </a:solidFill>
              </a:defRPr>
            </a:defPPr>
            <a:lvl1pPr>
              <a:defRPr sz="2325" b="1">
                <a:solidFill>
                  <a:srgbClr val="3567A0"/>
                </a:solidFill>
              </a:defRPr>
            </a:lvl1pPr>
            <a:lvl2pPr>
              <a:defRPr sz="2325" b="1">
                <a:solidFill>
                  <a:srgbClr val="3567A0"/>
                </a:solidFill>
              </a:defRPr>
            </a:lvl2pPr>
            <a:lvl3pPr>
              <a:defRPr sz="2325" b="1">
                <a:solidFill>
                  <a:srgbClr val="3567A0"/>
                </a:solidFill>
              </a:defRPr>
            </a:lvl3pPr>
            <a:lvl4pPr>
              <a:defRPr sz="2325" b="1">
                <a:solidFill>
                  <a:srgbClr val="3567A0"/>
                </a:solidFill>
              </a:defRPr>
            </a:lvl4pPr>
            <a:lvl5pPr>
              <a:defRPr sz="2325" b="1">
                <a:solidFill>
                  <a:srgbClr val="3567A0"/>
                </a:solidFill>
              </a:defRPr>
            </a:lvl5pPr>
            <a:lvl6pPr>
              <a:defRPr sz="2325" b="1">
                <a:solidFill>
                  <a:srgbClr val="3567A0"/>
                </a:solidFill>
              </a:defRPr>
            </a:lvl6pPr>
            <a:lvl7pPr>
              <a:defRPr sz="2325" b="1">
                <a:solidFill>
                  <a:srgbClr val="3567A0"/>
                </a:solidFill>
              </a:defRPr>
            </a:lvl7pPr>
            <a:lvl8pPr>
              <a:defRPr sz="2325" b="1">
                <a:solidFill>
                  <a:srgbClr val="3567A0"/>
                </a:solidFill>
              </a:defRPr>
            </a:lvl8pPr>
            <a:lvl9pPr>
              <a:defRPr sz="2325" b="1">
                <a:solidFill>
                  <a:srgbClr val="3567A0"/>
                </a:solidFill>
              </a:defRPr>
            </a:lvl9pPr>
          </a:lstStyle>
          <a:p>
            <a:pPr>
              <a:defRPr sz="2325" b="1">
                <a:solidFill>
                  <a:srgbClr val="3567A0"/>
                </a:solidFill>
              </a:defRPr>
            </a:pPr>
            <a:r>
              <a:rPr sz="2325" b="1">
                <a:solidFill>
                  <a:srgbClr val="3567A0"/>
                </a:solidFill>
              </a:rPr>
              <a:t>04</a:t>
            </a:r>
          </a:p>
        </p:txBody>
      </p:sp>
      <p:sp>
        <p:nvSpPr>
          <p:cNvPr id="21" name="Título 04">
            <a:extLst>
              <a:ext uri="{FF2B5EF4-FFF2-40B4-BE49-F238E27FC236}">
                <a16:creationId xmlns:a16="http://schemas.microsoft.com/office/drawing/2014/main" id="{B308AA0D-1CE1-4BDA-A02F-FA26D1C1C27C}"/>
              </a:ext>
            </a:extLst>
          </p:cNvPr>
          <p:cNvSpPr>
            <a:spLocks noGrp="1"/>
          </p:cNvSpPr>
          <p:nvPr/>
        </p:nvSpPr>
        <p:spPr>
          <a:xfrm>
            <a:off x="1443990" y="4238625"/>
            <a:ext cx="2533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00" b="1">
                <a:solidFill>
                  <a:srgbClr val="142D49"/>
                </a:solidFill>
              </a:defRPr>
            </a:defPPr>
            <a:lvl1pPr>
              <a:defRPr sz="1500" b="1">
                <a:solidFill>
                  <a:srgbClr val="142D49"/>
                </a:solidFill>
              </a:defRPr>
            </a:lvl1pPr>
            <a:lvl2pPr>
              <a:defRPr sz="1500" b="1">
                <a:solidFill>
                  <a:srgbClr val="142D49"/>
                </a:solidFill>
              </a:defRPr>
            </a:lvl2pPr>
            <a:lvl3pPr>
              <a:defRPr sz="1500" b="1">
                <a:solidFill>
                  <a:srgbClr val="142D49"/>
                </a:solidFill>
              </a:defRPr>
            </a:lvl3pPr>
            <a:lvl4pPr>
              <a:defRPr sz="1500" b="1">
                <a:solidFill>
                  <a:srgbClr val="142D49"/>
                </a:solidFill>
              </a:defRPr>
            </a:lvl4pPr>
            <a:lvl5pPr>
              <a:defRPr sz="1500" b="1">
                <a:solidFill>
                  <a:srgbClr val="142D49"/>
                </a:solidFill>
              </a:defRPr>
            </a:lvl5pPr>
            <a:lvl6pPr>
              <a:defRPr sz="1500" b="1">
                <a:solidFill>
                  <a:srgbClr val="142D49"/>
                </a:solidFill>
              </a:defRPr>
            </a:lvl6pPr>
            <a:lvl7pPr>
              <a:defRPr sz="1500" b="1">
                <a:solidFill>
                  <a:srgbClr val="142D49"/>
                </a:solidFill>
              </a:defRPr>
            </a:lvl7pPr>
            <a:lvl8pPr>
              <a:defRPr sz="1500" b="1">
                <a:solidFill>
                  <a:srgbClr val="142D49"/>
                </a:solidFill>
              </a:defRPr>
            </a:lvl8pPr>
            <a:lvl9pPr>
              <a:defRPr sz="1500" b="1">
                <a:solidFill>
                  <a:srgbClr val="142D49"/>
                </a:solidFill>
              </a:defRPr>
            </a:lvl9pPr>
          </a:lstStyle>
          <a:p>
            <a:pPr>
              <a:defRPr sz="1500" b="1">
                <a:solidFill>
                  <a:srgbClr val="142D49"/>
                </a:solidFill>
              </a:defRPr>
            </a:pPr>
            <a:r>
              <a:rPr sz="1500" b="1">
                <a:solidFill>
                  <a:srgbClr val="142D49"/>
                </a:solidFill>
              </a:rPr>
              <a:t>Tratar valores em falta</a:t>
            </a:r>
          </a:p>
        </p:txBody>
      </p:sp>
      <p:sp>
        <p:nvSpPr>
          <p:cNvPr id="22" name="Destaque da etapa 04">
            <a:extLst>
              <a:ext uri="{FF2B5EF4-FFF2-40B4-BE49-F238E27FC236}">
                <a16:creationId xmlns:a16="http://schemas.microsoft.com/office/drawing/2014/main" id="{C6D3D967-E918-405F-AC84-9C3AC302217B}"/>
              </a:ext>
            </a:extLst>
          </p:cNvPr>
          <p:cNvSpPr>
            <a:spLocks noGrp="1"/>
          </p:cNvSpPr>
          <p:nvPr/>
        </p:nvSpPr>
        <p:spPr>
          <a:xfrm>
            <a:off x="834390" y="4733925"/>
            <a:ext cx="400050" cy="28575"/>
          </a:xfrm>
          <a:prstGeom prst="rect">
            <a:avLst/>
          </a:prstGeom>
          <a:solidFill>
            <a:srgbClr val="3567A0"/>
          </a:solidFill>
          <a:ln w="0">
            <a:noFill/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Descrição 04">
            <a:extLst>
              <a:ext uri="{FF2B5EF4-FFF2-40B4-BE49-F238E27FC236}">
                <a16:creationId xmlns:a16="http://schemas.microsoft.com/office/drawing/2014/main" id="{96DB6CF8-9880-4BC1-AE59-931ACE5D3C15}"/>
              </a:ext>
            </a:extLst>
          </p:cNvPr>
          <p:cNvSpPr>
            <a:spLocks noGrp="1"/>
          </p:cNvSpPr>
          <p:nvPr/>
        </p:nvSpPr>
        <p:spPr>
          <a:xfrm>
            <a:off x="834390" y="4886325"/>
            <a:ext cx="31432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5B7087"/>
                </a:solidFill>
              </a:defRPr>
            </a:defPPr>
            <a:lvl1pPr>
              <a:defRPr sz="1275" b="0">
                <a:solidFill>
                  <a:srgbClr val="5B7087"/>
                </a:solidFill>
              </a:defRPr>
            </a:lvl1pPr>
            <a:lvl2pPr>
              <a:defRPr sz="1275" b="0">
                <a:solidFill>
                  <a:srgbClr val="5B7087"/>
                </a:solidFill>
              </a:defRPr>
            </a:lvl2pPr>
            <a:lvl3pPr>
              <a:defRPr sz="1275" b="0">
                <a:solidFill>
                  <a:srgbClr val="5B7087"/>
                </a:solidFill>
              </a:defRPr>
            </a:lvl3pPr>
            <a:lvl4pPr>
              <a:defRPr sz="1275" b="0">
                <a:solidFill>
                  <a:srgbClr val="5B7087"/>
                </a:solidFill>
              </a:defRPr>
            </a:lvl4pPr>
            <a:lvl5pPr>
              <a:defRPr sz="1275" b="0">
                <a:solidFill>
                  <a:srgbClr val="5B7087"/>
                </a:solidFill>
              </a:defRPr>
            </a:lvl5pPr>
            <a:lvl6pPr>
              <a:defRPr sz="1275" b="0">
                <a:solidFill>
                  <a:srgbClr val="5B7087"/>
                </a:solidFill>
              </a:defRPr>
            </a:lvl6pPr>
            <a:lvl7pPr>
              <a:defRPr sz="1275" b="0">
                <a:solidFill>
                  <a:srgbClr val="5B7087"/>
                </a:solidFill>
              </a:defRPr>
            </a:lvl7pPr>
            <a:lvl8pPr>
              <a:defRPr sz="1275" b="0">
                <a:solidFill>
                  <a:srgbClr val="5B7087"/>
                </a:solidFill>
              </a:defRPr>
            </a:lvl8pPr>
            <a:lvl9pPr>
              <a:defRPr sz="1275" b="0">
                <a:solidFill>
                  <a:srgbClr val="5B7087"/>
                </a:solidFill>
              </a:defRPr>
            </a:lvl9pPr>
          </a:lstStyle>
          <a:p>
            <a:pPr>
              <a:defRPr sz="1275" b="0">
                <a:solidFill>
                  <a:srgbClr val="5B7087"/>
                </a:solidFill>
              </a:defRPr>
            </a:pPr>
            <a:r>
              <a:rPr sz="1275" b="0">
                <a:solidFill>
                  <a:srgbClr val="5B7087"/>
                </a:solidFill>
              </a:rPr>
              <a:t>Numéricas: mediana. Categóricas: preenchimento com «Desconhecido».</a:t>
            </a:r>
          </a:p>
        </p:txBody>
      </p:sp>
      <p:sp>
        <p:nvSpPr>
          <p:cNvPr id="24" name="Fundo da etapa 05">
            <a:extLst>
              <a:ext uri="{FF2B5EF4-FFF2-40B4-BE49-F238E27FC236}">
                <a16:creationId xmlns:a16="http://schemas.microsoft.com/office/drawing/2014/main" id="{3217D7F2-E684-489C-A810-8332E7052701}"/>
              </a:ext>
            </a:extLst>
          </p:cNvPr>
          <p:cNvSpPr>
            <a:spLocks noGrp="1"/>
          </p:cNvSpPr>
          <p:nvPr/>
        </p:nvSpPr>
        <p:spPr>
          <a:xfrm>
            <a:off x="4406265" y="4095750"/>
            <a:ext cx="3524250" cy="17526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DE5E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Número 05">
            <a:extLst>
              <a:ext uri="{FF2B5EF4-FFF2-40B4-BE49-F238E27FC236}">
                <a16:creationId xmlns:a16="http://schemas.microsoft.com/office/drawing/2014/main" id="{7AE6C423-195E-43C4-BC4F-1161D3DDC8AE}"/>
              </a:ext>
            </a:extLst>
          </p:cNvPr>
          <p:cNvSpPr>
            <a:spLocks noGrp="1"/>
          </p:cNvSpPr>
          <p:nvPr/>
        </p:nvSpPr>
        <p:spPr>
          <a:xfrm>
            <a:off x="4596765" y="4257675"/>
            <a:ext cx="552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325" b="1">
                <a:solidFill>
                  <a:srgbClr val="DB8439"/>
                </a:solidFill>
              </a:defRPr>
            </a:defPPr>
            <a:lvl1pPr>
              <a:defRPr sz="2325" b="1">
                <a:solidFill>
                  <a:srgbClr val="DB8439"/>
                </a:solidFill>
              </a:defRPr>
            </a:lvl1pPr>
            <a:lvl2pPr>
              <a:defRPr sz="2325" b="1">
                <a:solidFill>
                  <a:srgbClr val="DB8439"/>
                </a:solidFill>
              </a:defRPr>
            </a:lvl2pPr>
            <a:lvl3pPr>
              <a:defRPr sz="2325" b="1">
                <a:solidFill>
                  <a:srgbClr val="DB8439"/>
                </a:solidFill>
              </a:defRPr>
            </a:lvl3pPr>
            <a:lvl4pPr>
              <a:defRPr sz="2325" b="1">
                <a:solidFill>
                  <a:srgbClr val="DB8439"/>
                </a:solidFill>
              </a:defRPr>
            </a:lvl4pPr>
            <a:lvl5pPr>
              <a:defRPr sz="2325" b="1">
                <a:solidFill>
                  <a:srgbClr val="DB8439"/>
                </a:solidFill>
              </a:defRPr>
            </a:lvl5pPr>
            <a:lvl6pPr>
              <a:defRPr sz="2325" b="1">
                <a:solidFill>
                  <a:srgbClr val="DB8439"/>
                </a:solidFill>
              </a:defRPr>
            </a:lvl6pPr>
            <a:lvl7pPr>
              <a:defRPr sz="2325" b="1">
                <a:solidFill>
                  <a:srgbClr val="DB8439"/>
                </a:solidFill>
              </a:defRPr>
            </a:lvl7pPr>
            <a:lvl8pPr>
              <a:defRPr sz="2325" b="1">
                <a:solidFill>
                  <a:srgbClr val="DB8439"/>
                </a:solidFill>
              </a:defRPr>
            </a:lvl8pPr>
            <a:lvl9pPr>
              <a:defRPr sz="2325" b="1">
                <a:solidFill>
                  <a:srgbClr val="DB8439"/>
                </a:solidFill>
              </a:defRPr>
            </a:lvl9pPr>
          </a:lstStyle>
          <a:p>
            <a:pPr>
              <a:defRPr sz="2325" b="1">
                <a:solidFill>
                  <a:srgbClr val="DB8439"/>
                </a:solidFill>
              </a:defRPr>
            </a:pPr>
            <a:r>
              <a:rPr sz="2325" b="1">
                <a:solidFill>
                  <a:srgbClr val="DB8439"/>
                </a:solidFill>
              </a:rPr>
              <a:t>05</a:t>
            </a:r>
          </a:p>
        </p:txBody>
      </p:sp>
      <p:sp>
        <p:nvSpPr>
          <p:cNvPr id="26" name="Título 05">
            <a:extLst>
              <a:ext uri="{FF2B5EF4-FFF2-40B4-BE49-F238E27FC236}">
                <a16:creationId xmlns:a16="http://schemas.microsoft.com/office/drawing/2014/main" id="{098BBD18-9622-4C79-9643-40DDCBBA3C37}"/>
              </a:ext>
            </a:extLst>
          </p:cNvPr>
          <p:cNvSpPr>
            <a:spLocks noGrp="1"/>
          </p:cNvSpPr>
          <p:nvPr/>
        </p:nvSpPr>
        <p:spPr>
          <a:xfrm>
            <a:off x="5206365" y="4238625"/>
            <a:ext cx="2533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00" b="1">
                <a:solidFill>
                  <a:srgbClr val="142D49"/>
                </a:solidFill>
              </a:defRPr>
            </a:defPPr>
            <a:lvl1pPr>
              <a:defRPr sz="1500" b="1">
                <a:solidFill>
                  <a:srgbClr val="142D49"/>
                </a:solidFill>
              </a:defRPr>
            </a:lvl1pPr>
            <a:lvl2pPr>
              <a:defRPr sz="1500" b="1">
                <a:solidFill>
                  <a:srgbClr val="142D49"/>
                </a:solidFill>
              </a:defRPr>
            </a:lvl2pPr>
            <a:lvl3pPr>
              <a:defRPr sz="1500" b="1">
                <a:solidFill>
                  <a:srgbClr val="142D49"/>
                </a:solidFill>
              </a:defRPr>
            </a:lvl3pPr>
            <a:lvl4pPr>
              <a:defRPr sz="1500" b="1">
                <a:solidFill>
                  <a:srgbClr val="142D49"/>
                </a:solidFill>
              </a:defRPr>
            </a:lvl4pPr>
            <a:lvl5pPr>
              <a:defRPr sz="1500" b="1">
                <a:solidFill>
                  <a:srgbClr val="142D49"/>
                </a:solidFill>
              </a:defRPr>
            </a:lvl5pPr>
            <a:lvl6pPr>
              <a:defRPr sz="1500" b="1">
                <a:solidFill>
                  <a:srgbClr val="142D49"/>
                </a:solidFill>
              </a:defRPr>
            </a:lvl6pPr>
            <a:lvl7pPr>
              <a:defRPr sz="1500" b="1">
                <a:solidFill>
                  <a:srgbClr val="142D49"/>
                </a:solidFill>
              </a:defRPr>
            </a:lvl7pPr>
            <a:lvl8pPr>
              <a:defRPr sz="1500" b="1">
                <a:solidFill>
                  <a:srgbClr val="142D49"/>
                </a:solidFill>
              </a:defRPr>
            </a:lvl8pPr>
            <a:lvl9pPr>
              <a:defRPr sz="1500" b="1">
                <a:solidFill>
                  <a:srgbClr val="142D49"/>
                </a:solidFill>
              </a:defRPr>
            </a:lvl9pPr>
          </a:lstStyle>
          <a:p>
            <a:pPr>
              <a:defRPr sz="1500" b="1">
                <a:solidFill>
                  <a:srgbClr val="142D49"/>
                </a:solidFill>
              </a:defRPr>
            </a:pPr>
            <a:r>
              <a:rPr sz="1500" b="1">
                <a:solidFill>
                  <a:srgbClr val="142D49"/>
                </a:solidFill>
              </a:rPr>
              <a:t>Manter outliers plausíveis</a:t>
            </a:r>
          </a:p>
        </p:txBody>
      </p:sp>
      <p:sp>
        <p:nvSpPr>
          <p:cNvPr id="27" name="Destaque da etapa 05">
            <a:extLst>
              <a:ext uri="{FF2B5EF4-FFF2-40B4-BE49-F238E27FC236}">
                <a16:creationId xmlns:a16="http://schemas.microsoft.com/office/drawing/2014/main" id="{F6022450-8071-4EB3-BFAC-6F78FDD0A3BA}"/>
              </a:ext>
            </a:extLst>
          </p:cNvPr>
          <p:cNvSpPr>
            <a:spLocks noGrp="1"/>
          </p:cNvSpPr>
          <p:nvPr/>
        </p:nvSpPr>
        <p:spPr>
          <a:xfrm>
            <a:off x="4596765" y="4733925"/>
            <a:ext cx="400050" cy="28575"/>
          </a:xfrm>
          <a:prstGeom prst="rect">
            <a:avLst/>
          </a:prstGeom>
          <a:solidFill>
            <a:srgbClr val="DB8439"/>
          </a:solidFill>
          <a:ln w="0">
            <a:noFill/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Descrição 05">
            <a:extLst>
              <a:ext uri="{FF2B5EF4-FFF2-40B4-BE49-F238E27FC236}">
                <a16:creationId xmlns:a16="http://schemas.microsoft.com/office/drawing/2014/main" id="{7B6188C6-B0EE-400F-B4CF-974B6455797B}"/>
              </a:ext>
            </a:extLst>
          </p:cNvPr>
          <p:cNvSpPr>
            <a:spLocks noGrp="1"/>
          </p:cNvSpPr>
          <p:nvPr/>
        </p:nvSpPr>
        <p:spPr>
          <a:xfrm>
            <a:off x="4596765" y="4886325"/>
            <a:ext cx="31432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5B7087"/>
                </a:solidFill>
              </a:defRPr>
            </a:defPPr>
            <a:lvl1pPr>
              <a:defRPr sz="1275" b="0">
                <a:solidFill>
                  <a:srgbClr val="5B7087"/>
                </a:solidFill>
              </a:defRPr>
            </a:lvl1pPr>
            <a:lvl2pPr>
              <a:defRPr sz="1275" b="0">
                <a:solidFill>
                  <a:srgbClr val="5B7087"/>
                </a:solidFill>
              </a:defRPr>
            </a:lvl2pPr>
            <a:lvl3pPr>
              <a:defRPr sz="1275" b="0">
                <a:solidFill>
                  <a:srgbClr val="5B7087"/>
                </a:solidFill>
              </a:defRPr>
            </a:lvl3pPr>
            <a:lvl4pPr>
              <a:defRPr sz="1275" b="0">
                <a:solidFill>
                  <a:srgbClr val="5B7087"/>
                </a:solidFill>
              </a:defRPr>
            </a:lvl4pPr>
            <a:lvl5pPr>
              <a:defRPr sz="1275" b="0">
                <a:solidFill>
                  <a:srgbClr val="5B7087"/>
                </a:solidFill>
              </a:defRPr>
            </a:lvl5pPr>
            <a:lvl6pPr>
              <a:defRPr sz="1275" b="0">
                <a:solidFill>
                  <a:srgbClr val="5B7087"/>
                </a:solidFill>
              </a:defRPr>
            </a:lvl6pPr>
            <a:lvl7pPr>
              <a:defRPr sz="1275" b="0">
                <a:solidFill>
                  <a:srgbClr val="5B7087"/>
                </a:solidFill>
              </a:defRPr>
            </a:lvl7pPr>
            <a:lvl8pPr>
              <a:defRPr sz="1275" b="0">
                <a:solidFill>
                  <a:srgbClr val="5B7087"/>
                </a:solidFill>
              </a:defRPr>
            </a:lvl8pPr>
            <a:lvl9pPr>
              <a:defRPr sz="1275" b="0">
                <a:solidFill>
                  <a:srgbClr val="5B7087"/>
                </a:solidFill>
              </a:defRPr>
            </a:lvl9pPr>
          </a:lstStyle>
          <a:p>
            <a:pPr>
              <a:defRPr sz="1275" b="0">
                <a:solidFill>
                  <a:srgbClr val="5B7087"/>
                </a:solidFill>
              </a:defRPr>
            </a:pPr>
            <a:r>
              <a:rPr sz="1275" b="0">
                <a:solidFill>
                  <a:srgbClr val="5B7087"/>
                </a:solidFill>
              </a:rPr>
              <a:t>Valores extremos plausíveis foram mantidos; log e RobustScaler atenuam a sua influência.</a:t>
            </a:r>
          </a:p>
        </p:txBody>
      </p:sp>
      <p:sp>
        <p:nvSpPr>
          <p:cNvPr id="29" name="Fundo da etapa 06">
            <a:extLst>
              <a:ext uri="{FF2B5EF4-FFF2-40B4-BE49-F238E27FC236}">
                <a16:creationId xmlns:a16="http://schemas.microsoft.com/office/drawing/2014/main" id="{5812C700-D48E-459C-8618-1CEB88FE9083}"/>
              </a:ext>
            </a:extLst>
          </p:cNvPr>
          <p:cNvSpPr>
            <a:spLocks noGrp="1"/>
          </p:cNvSpPr>
          <p:nvPr/>
        </p:nvSpPr>
        <p:spPr>
          <a:xfrm>
            <a:off x="8168640" y="4095750"/>
            <a:ext cx="3524250" cy="17526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DE5E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Número 06">
            <a:extLst>
              <a:ext uri="{FF2B5EF4-FFF2-40B4-BE49-F238E27FC236}">
                <a16:creationId xmlns:a16="http://schemas.microsoft.com/office/drawing/2014/main" id="{3CF4F0F6-1354-4943-8E9A-1DB861612E7B}"/>
              </a:ext>
            </a:extLst>
          </p:cNvPr>
          <p:cNvSpPr>
            <a:spLocks noGrp="1"/>
          </p:cNvSpPr>
          <p:nvPr/>
        </p:nvSpPr>
        <p:spPr>
          <a:xfrm>
            <a:off x="8359140" y="4257675"/>
            <a:ext cx="552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325" b="1">
                <a:solidFill>
                  <a:srgbClr val="3567A0"/>
                </a:solidFill>
              </a:defRPr>
            </a:defPPr>
            <a:lvl1pPr>
              <a:defRPr sz="2325" b="1">
                <a:solidFill>
                  <a:srgbClr val="3567A0"/>
                </a:solidFill>
              </a:defRPr>
            </a:lvl1pPr>
            <a:lvl2pPr>
              <a:defRPr sz="2325" b="1">
                <a:solidFill>
                  <a:srgbClr val="3567A0"/>
                </a:solidFill>
              </a:defRPr>
            </a:lvl2pPr>
            <a:lvl3pPr>
              <a:defRPr sz="2325" b="1">
                <a:solidFill>
                  <a:srgbClr val="3567A0"/>
                </a:solidFill>
              </a:defRPr>
            </a:lvl3pPr>
            <a:lvl4pPr>
              <a:defRPr sz="2325" b="1">
                <a:solidFill>
                  <a:srgbClr val="3567A0"/>
                </a:solidFill>
              </a:defRPr>
            </a:lvl4pPr>
            <a:lvl5pPr>
              <a:defRPr sz="2325" b="1">
                <a:solidFill>
                  <a:srgbClr val="3567A0"/>
                </a:solidFill>
              </a:defRPr>
            </a:lvl5pPr>
            <a:lvl6pPr>
              <a:defRPr sz="2325" b="1">
                <a:solidFill>
                  <a:srgbClr val="3567A0"/>
                </a:solidFill>
              </a:defRPr>
            </a:lvl6pPr>
            <a:lvl7pPr>
              <a:defRPr sz="2325" b="1">
                <a:solidFill>
                  <a:srgbClr val="3567A0"/>
                </a:solidFill>
              </a:defRPr>
            </a:lvl7pPr>
            <a:lvl8pPr>
              <a:defRPr sz="2325" b="1">
                <a:solidFill>
                  <a:srgbClr val="3567A0"/>
                </a:solidFill>
              </a:defRPr>
            </a:lvl8pPr>
            <a:lvl9pPr>
              <a:defRPr sz="2325" b="1">
                <a:solidFill>
                  <a:srgbClr val="3567A0"/>
                </a:solidFill>
              </a:defRPr>
            </a:lvl9pPr>
          </a:lstStyle>
          <a:p>
            <a:pPr>
              <a:defRPr sz="2325" b="1">
                <a:solidFill>
                  <a:srgbClr val="3567A0"/>
                </a:solidFill>
              </a:defRPr>
            </a:pPr>
            <a:r>
              <a:rPr sz="2325" b="1">
                <a:solidFill>
                  <a:srgbClr val="3567A0"/>
                </a:solidFill>
              </a:rPr>
              <a:t>06</a:t>
            </a:r>
          </a:p>
        </p:txBody>
      </p:sp>
      <p:sp>
        <p:nvSpPr>
          <p:cNvPr id="31" name="Título 06">
            <a:extLst>
              <a:ext uri="{FF2B5EF4-FFF2-40B4-BE49-F238E27FC236}">
                <a16:creationId xmlns:a16="http://schemas.microsoft.com/office/drawing/2014/main" id="{C7D3BBEA-D217-469E-B2D9-C446E633A45A}"/>
              </a:ext>
            </a:extLst>
          </p:cNvPr>
          <p:cNvSpPr>
            <a:spLocks noGrp="1"/>
          </p:cNvSpPr>
          <p:nvPr/>
        </p:nvSpPr>
        <p:spPr>
          <a:xfrm>
            <a:off x="8968740" y="4238625"/>
            <a:ext cx="2533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00" b="1">
                <a:solidFill>
                  <a:srgbClr val="142D49"/>
                </a:solidFill>
              </a:defRPr>
            </a:defPPr>
            <a:lvl1pPr>
              <a:defRPr sz="1500" b="1">
                <a:solidFill>
                  <a:srgbClr val="142D49"/>
                </a:solidFill>
              </a:defRPr>
            </a:lvl1pPr>
            <a:lvl2pPr>
              <a:defRPr sz="1500" b="1">
                <a:solidFill>
                  <a:srgbClr val="142D49"/>
                </a:solidFill>
              </a:defRPr>
            </a:lvl2pPr>
            <a:lvl3pPr>
              <a:defRPr sz="1500" b="1">
                <a:solidFill>
                  <a:srgbClr val="142D49"/>
                </a:solidFill>
              </a:defRPr>
            </a:lvl3pPr>
            <a:lvl4pPr>
              <a:defRPr sz="1500" b="1">
                <a:solidFill>
                  <a:srgbClr val="142D49"/>
                </a:solidFill>
              </a:defRPr>
            </a:lvl4pPr>
            <a:lvl5pPr>
              <a:defRPr sz="1500" b="1">
                <a:solidFill>
                  <a:srgbClr val="142D49"/>
                </a:solidFill>
              </a:defRPr>
            </a:lvl5pPr>
            <a:lvl6pPr>
              <a:defRPr sz="1500" b="1">
                <a:solidFill>
                  <a:srgbClr val="142D49"/>
                </a:solidFill>
              </a:defRPr>
            </a:lvl6pPr>
            <a:lvl7pPr>
              <a:defRPr sz="1500" b="1">
                <a:solidFill>
                  <a:srgbClr val="142D49"/>
                </a:solidFill>
              </a:defRPr>
            </a:lvl7pPr>
            <a:lvl8pPr>
              <a:defRPr sz="1500" b="1">
                <a:solidFill>
                  <a:srgbClr val="142D49"/>
                </a:solidFill>
              </a:defRPr>
            </a:lvl8pPr>
            <a:lvl9pPr>
              <a:defRPr sz="1500" b="1">
                <a:solidFill>
                  <a:srgbClr val="142D49"/>
                </a:solidFill>
              </a:defRPr>
            </a:lvl9pPr>
          </a:lstStyle>
          <a:p>
            <a:pPr>
              <a:defRPr sz="1500" b="1">
                <a:solidFill>
                  <a:srgbClr val="142D49"/>
                </a:solidFill>
              </a:defRPr>
            </a:pPr>
            <a:r>
              <a:rPr sz="1500" b="1">
                <a:solidFill>
                  <a:srgbClr val="142D49"/>
                </a:solidFill>
              </a:rPr>
              <a:t>Codificar variáveis categóricas</a:t>
            </a:r>
          </a:p>
        </p:txBody>
      </p:sp>
      <p:sp>
        <p:nvSpPr>
          <p:cNvPr id="32" name="Destaque da etapa 06">
            <a:extLst>
              <a:ext uri="{FF2B5EF4-FFF2-40B4-BE49-F238E27FC236}">
                <a16:creationId xmlns:a16="http://schemas.microsoft.com/office/drawing/2014/main" id="{7546F1D2-0670-4E67-8C18-4821593CB262}"/>
              </a:ext>
            </a:extLst>
          </p:cNvPr>
          <p:cNvSpPr>
            <a:spLocks noGrp="1"/>
          </p:cNvSpPr>
          <p:nvPr/>
        </p:nvSpPr>
        <p:spPr>
          <a:xfrm>
            <a:off x="8359140" y="4733925"/>
            <a:ext cx="400050" cy="28575"/>
          </a:xfrm>
          <a:prstGeom prst="rect">
            <a:avLst/>
          </a:prstGeom>
          <a:solidFill>
            <a:srgbClr val="3567A0"/>
          </a:solidFill>
          <a:ln w="0">
            <a:noFill/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3" name="Descrição 06">
            <a:extLst>
              <a:ext uri="{FF2B5EF4-FFF2-40B4-BE49-F238E27FC236}">
                <a16:creationId xmlns:a16="http://schemas.microsoft.com/office/drawing/2014/main" id="{0A37F67B-BD64-4F3F-B90B-8861D7A016A5}"/>
              </a:ext>
            </a:extLst>
          </p:cNvPr>
          <p:cNvSpPr>
            <a:spLocks noGrp="1"/>
          </p:cNvSpPr>
          <p:nvPr/>
        </p:nvSpPr>
        <p:spPr>
          <a:xfrm>
            <a:off x="8359140" y="4886325"/>
            <a:ext cx="31432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5B7087"/>
                </a:solidFill>
              </a:defRPr>
            </a:defPPr>
            <a:lvl1pPr>
              <a:defRPr sz="1275" b="0">
                <a:solidFill>
                  <a:srgbClr val="5B7087"/>
                </a:solidFill>
              </a:defRPr>
            </a:lvl1pPr>
            <a:lvl2pPr>
              <a:defRPr sz="1275" b="0">
                <a:solidFill>
                  <a:srgbClr val="5B7087"/>
                </a:solidFill>
              </a:defRPr>
            </a:lvl2pPr>
            <a:lvl3pPr>
              <a:defRPr sz="1275" b="0">
                <a:solidFill>
                  <a:srgbClr val="5B7087"/>
                </a:solidFill>
              </a:defRPr>
            </a:lvl3pPr>
            <a:lvl4pPr>
              <a:defRPr sz="1275" b="0">
                <a:solidFill>
                  <a:srgbClr val="5B7087"/>
                </a:solidFill>
              </a:defRPr>
            </a:lvl4pPr>
            <a:lvl5pPr>
              <a:defRPr sz="1275" b="0">
                <a:solidFill>
                  <a:srgbClr val="5B7087"/>
                </a:solidFill>
              </a:defRPr>
            </a:lvl5pPr>
            <a:lvl6pPr>
              <a:defRPr sz="1275" b="0">
                <a:solidFill>
                  <a:srgbClr val="5B7087"/>
                </a:solidFill>
              </a:defRPr>
            </a:lvl6pPr>
            <a:lvl7pPr>
              <a:defRPr sz="1275" b="0">
                <a:solidFill>
                  <a:srgbClr val="5B7087"/>
                </a:solidFill>
              </a:defRPr>
            </a:lvl7pPr>
            <a:lvl8pPr>
              <a:defRPr sz="1275" b="0">
                <a:solidFill>
                  <a:srgbClr val="5B7087"/>
                </a:solidFill>
              </a:defRPr>
            </a:lvl8pPr>
            <a:lvl9pPr>
              <a:defRPr sz="1275" b="0">
                <a:solidFill>
                  <a:srgbClr val="5B7087"/>
                </a:solidFill>
              </a:defRPr>
            </a:lvl9pPr>
          </a:lstStyle>
          <a:p>
            <a:pPr>
              <a:defRPr sz="1275" b="0">
                <a:solidFill>
                  <a:srgbClr val="5B7087"/>
                </a:solidFill>
              </a:defRPr>
            </a:pPr>
            <a:r>
              <a:rPr sz="1275" b="0">
                <a:solidFill>
                  <a:srgbClr val="5B7087"/>
                </a:solidFill>
              </a:rPr>
              <a:t>One-Hot Encoding cria colunas binárias, sem impor uma ordem às categorias.</a:t>
            </a:r>
          </a:p>
        </p:txBody>
      </p:sp>
      <p:sp>
        <p:nvSpPr>
          <p:cNvPr id="34" name="Rodapé">
            <a:extLst>
              <a:ext uri="{FF2B5EF4-FFF2-40B4-BE49-F238E27FC236}">
                <a16:creationId xmlns:a16="http://schemas.microsoft.com/office/drawing/2014/main" id="{5F00C3CA-17F7-444D-9557-7A9D38108C05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900" b="0">
                <a:solidFill>
                  <a:srgbClr val="5B7087"/>
                </a:solidFill>
              </a:defRPr>
            </a:defPPr>
            <a:lvl1pPr>
              <a:defRPr sz="900" b="0">
                <a:solidFill>
                  <a:srgbClr val="5B7087"/>
                </a:solidFill>
              </a:defRPr>
            </a:lvl1pPr>
            <a:lvl2pPr>
              <a:defRPr sz="900" b="0">
                <a:solidFill>
                  <a:srgbClr val="5B7087"/>
                </a:solidFill>
              </a:defRPr>
            </a:lvl2pPr>
            <a:lvl3pPr>
              <a:defRPr sz="900" b="0">
                <a:solidFill>
                  <a:srgbClr val="5B7087"/>
                </a:solidFill>
              </a:defRPr>
            </a:lvl3pPr>
            <a:lvl4pPr>
              <a:defRPr sz="900" b="0">
                <a:solidFill>
                  <a:srgbClr val="5B7087"/>
                </a:solidFill>
              </a:defRPr>
            </a:lvl4pPr>
            <a:lvl5pPr>
              <a:defRPr sz="900" b="0">
                <a:solidFill>
                  <a:srgbClr val="5B7087"/>
                </a:solidFill>
              </a:defRPr>
            </a:lvl5pPr>
            <a:lvl6pPr>
              <a:defRPr sz="900" b="0">
                <a:solidFill>
                  <a:srgbClr val="5B7087"/>
                </a:solidFill>
              </a:defRPr>
            </a:lvl6pPr>
            <a:lvl7pPr>
              <a:defRPr sz="900" b="0">
                <a:solidFill>
                  <a:srgbClr val="5B7087"/>
                </a:solidFill>
              </a:defRPr>
            </a:lvl7pPr>
            <a:lvl8pPr>
              <a:defRPr sz="900" b="0">
                <a:solidFill>
                  <a:srgbClr val="5B7087"/>
                </a:solidFill>
              </a:defRPr>
            </a:lvl8pPr>
            <a:lvl9pPr>
              <a:defRPr sz="900" b="0">
                <a:solidFill>
                  <a:srgbClr val="5B7087"/>
                </a:solidFill>
              </a:defRPr>
            </a:lvl9pPr>
          </a:lstStyle>
          <a:p>
            <a:pPr>
              <a:defRPr sz="900" b="0">
                <a:solidFill>
                  <a:srgbClr val="5B7087"/>
                </a:solidFill>
              </a:defRPr>
            </a:pPr>
            <a:r>
              <a:rPr sz="900" b="0">
                <a:solidFill>
                  <a:srgbClr val="5B7087"/>
                </a:solidFill>
              </a:rPr>
              <a:t>Projeto RH · Grupo 07</a:t>
            </a:r>
          </a:p>
        </p:txBody>
      </p:sp>
    </p:spTree>
    <p:extLst>
      <p:ext uri="{BB962C8B-B14F-4D97-AF65-F5344CB8AC3E}">
        <p14:creationId xmlns:p14="http://schemas.microsoft.com/office/powerpoint/2010/main" val="2601866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ês modelos, o mesmo objetivo">
            <a:extLst>
              <a:ext uri="{FF2B5EF4-FFF2-40B4-BE49-F238E27FC236}">
                <a16:creationId xmlns:a16="http://schemas.microsoft.com/office/drawing/2014/main" id="{4D660F69-5ED5-48D2-A80B-3C34D1FFC6ED}"/>
              </a:ext>
            </a:extLst>
          </p:cNvPr>
          <p:cNvSpPr>
            <a:spLocks noGrp="1"/>
          </p:cNvSpPr>
          <p:nvPr/>
        </p:nvSpPr>
        <p:spPr>
          <a:xfrm>
            <a:off x="623888" y="614363"/>
            <a:ext cx="1112520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Três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modelos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, o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mesmo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objetivo</a:t>
            </a:r>
            <a:endParaRPr sz="3150" b="1" dirty="0">
              <a:solidFill>
                <a:srgbClr val="142D4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rever a classe Sim a partir das caracte">
            <a:extLst>
              <a:ext uri="{FF2B5EF4-FFF2-40B4-BE49-F238E27FC236}">
                <a16:creationId xmlns:a16="http://schemas.microsoft.com/office/drawing/2014/main" id="{6D871235-2DC7-4977-BCA9-82A0AF4BDCF5}"/>
              </a:ext>
            </a:extLst>
          </p:cNvPr>
          <p:cNvSpPr>
            <a:spLocks noGrp="1"/>
          </p:cNvSpPr>
          <p:nvPr/>
        </p:nvSpPr>
        <p:spPr>
          <a:xfrm>
            <a:off x="623888" y="1104901"/>
            <a:ext cx="11125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800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Prever</a:t>
            </a:r>
            <a:r>
              <a:rPr sz="180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a </a:t>
            </a:r>
            <a:r>
              <a:rPr sz="1800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classe</a:t>
            </a:r>
            <a:r>
              <a:rPr sz="180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Sim a </a:t>
            </a:r>
            <a:r>
              <a:rPr sz="1800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partir</a:t>
            </a:r>
            <a:r>
              <a:rPr sz="180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das </a:t>
            </a:r>
            <a:r>
              <a:rPr sz="1800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características</a:t>
            </a:r>
            <a:r>
              <a:rPr sz="180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dos </a:t>
            </a:r>
            <a:r>
              <a:rPr sz="1800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candidatos</a:t>
            </a:r>
            <a:r>
              <a:rPr sz="180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5" name="Projeto RH · Grupo 07">
            <a:extLst>
              <a:ext uri="{FF2B5EF4-FFF2-40B4-BE49-F238E27FC236}">
                <a16:creationId xmlns:a16="http://schemas.microsoft.com/office/drawing/2014/main" id="{76E5ADFC-7EB5-41EB-865D-DD07FD5798F5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Projeto RH · Grupo 07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817C1E-80BD-4C07-A496-33DB74156450}"/>
              </a:ext>
            </a:extLst>
          </p:cNvPr>
          <p:cNvSpPr>
            <a:spLocks noGrp="1"/>
          </p:cNvSpPr>
          <p:nvPr/>
        </p:nvSpPr>
        <p:spPr>
          <a:xfrm>
            <a:off x="635000" y="1933575"/>
            <a:ext cx="3505200" cy="3400425"/>
          </a:xfrm>
          <a:prstGeom prst="roundRect">
            <a:avLst>
              <a:gd name="adj" fmla="val 4482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1C101B-B27D-4035-828B-669E9FAE821E}"/>
              </a:ext>
            </a:extLst>
          </p:cNvPr>
          <p:cNvSpPr>
            <a:spLocks noGrp="1"/>
          </p:cNvSpPr>
          <p:nvPr/>
        </p:nvSpPr>
        <p:spPr>
          <a:xfrm>
            <a:off x="863600" y="2181225"/>
            <a:ext cx="457200" cy="38100"/>
          </a:xfrm>
          <a:prstGeom prst="rect">
            <a:avLst/>
          </a:prstGeom>
          <a:solidFill>
            <a:srgbClr val="DB8439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8" name="Regressão&#10;Logística">
            <a:extLst>
              <a:ext uri="{FF2B5EF4-FFF2-40B4-BE49-F238E27FC236}">
                <a16:creationId xmlns:a16="http://schemas.microsoft.com/office/drawing/2014/main" id="{A4FEAF87-D61F-44E1-ABA2-4177AD2F8875}"/>
              </a:ext>
            </a:extLst>
          </p:cNvPr>
          <p:cNvSpPr>
            <a:spLocks noGrp="1"/>
          </p:cNvSpPr>
          <p:nvPr/>
        </p:nvSpPr>
        <p:spPr>
          <a:xfrm>
            <a:off x="863600" y="2505075"/>
            <a:ext cx="3048000" cy="981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2D49"/>
                </a:solidFill>
                <a:latin typeface="Aptos"/>
                <a:ea typeface="Aptos"/>
                <a:cs typeface="Aptos"/>
              </a:rPr>
              <a:t>Regressão</a:t>
            </a:r>
          </a:p>
          <a:p>
            <a: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2D49"/>
                </a:solidFill>
                <a:latin typeface="Aptos"/>
                <a:ea typeface="Aptos"/>
                <a:cs typeface="Aptos"/>
              </a:rPr>
              <a:t>Logística</a:t>
            </a:r>
          </a:p>
        </p:txBody>
      </p:sp>
      <p:sp>
        <p:nvSpPr>
          <p:cNvPr id="9" name="Combinação de características">
            <a:extLst>
              <a:ext uri="{FF2B5EF4-FFF2-40B4-BE49-F238E27FC236}">
                <a16:creationId xmlns:a16="http://schemas.microsoft.com/office/drawing/2014/main" id="{3BE556F9-C649-4781-86E8-1D186208DE83}"/>
              </a:ext>
            </a:extLst>
          </p:cNvPr>
          <p:cNvSpPr>
            <a:spLocks noGrp="1"/>
          </p:cNvSpPr>
          <p:nvPr/>
        </p:nvSpPr>
        <p:spPr>
          <a:xfrm>
            <a:off x="863600" y="365760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pPr>
            <a:r>
              <a:rPr sz="1650" b="1" dirty="0" err="1">
                <a:solidFill>
                  <a:srgbClr val="3567A0"/>
                </a:solidFill>
                <a:latin typeface="Aptos"/>
                <a:ea typeface="Aptos"/>
                <a:cs typeface="Aptos"/>
              </a:rPr>
              <a:t>Combinação</a:t>
            </a:r>
            <a:r>
              <a:rPr sz="1650" b="1" dirty="0">
                <a:solidFill>
                  <a:srgbClr val="3567A0"/>
                </a:solidFill>
                <a:latin typeface="Aptos"/>
                <a:ea typeface="Aptos"/>
                <a:cs typeface="Aptos"/>
              </a:rPr>
              <a:t> de </a:t>
            </a:r>
            <a:r>
              <a:rPr sz="1650" b="1" dirty="0" err="1">
                <a:solidFill>
                  <a:srgbClr val="3567A0"/>
                </a:solidFill>
                <a:latin typeface="Aptos"/>
                <a:ea typeface="Aptos"/>
                <a:cs typeface="Aptos"/>
              </a:rPr>
              <a:t>características</a:t>
            </a:r>
            <a:endParaRPr lang="pt-PT" sz="1650" b="1" dirty="0">
              <a:solidFill>
                <a:srgbClr val="3567A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Estima a probabilidade&#10;de um candidato&#10;p">
            <a:extLst>
              <a:ext uri="{FF2B5EF4-FFF2-40B4-BE49-F238E27FC236}">
                <a16:creationId xmlns:a16="http://schemas.microsoft.com/office/drawing/2014/main" id="{A29D22F9-139F-4D86-9624-31D4356E286A}"/>
              </a:ext>
            </a:extLst>
          </p:cNvPr>
          <p:cNvSpPr>
            <a:spLocks noGrp="1"/>
          </p:cNvSpPr>
          <p:nvPr/>
        </p:nvSpPr>
        <p:spPr>
          <a:xfrm>
            <a:off x="863600" y="4314825"/>
            <a:ext cx="3048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Estima a probabilidade</a:t>
            </a:r>
          </a:p>
          <a:p>
            <a: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de um candidato</a:t>
            </a:r>
          </a:p>
          <a:p>
            <a: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procurar mudar.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F7ECAB-0D7A-419C-8E23-2F550BC7A6CF}"/>
              </a:ext>
            </a:extLst>
          </p:cNvPr>
          <p:cNvSpPr>
            <a:spLocks noGrp="1"/>
          </p:cNvSpPr>
          <p:nvPr/>
        </p:nvSpPr>
        <p:spPr>
          <a:xfrm>
            <a:off x="4445000" y="1933575"/>
            <a:ext cx="3505200" cy="3400425"/>
          </a:xfrm>
          <a:prstGeom prst="roundRect">
            <a:avLst>
              <a:gd name="adj" fmla="val 4482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A0DB9A-FC4B-42E5-AEB6-311DE5F9F879}"/>
              </a:ext>
            </a:extLst>
          </p:cNvPr>
          <p:cNvSpPr>
            <a:spLocks noGrp="1"/>
          </p:cNvSpPr>
          <p:nvPr/>
        </p:nvSpPr>
        <p:spPr>
          <a:xfrm>
            <a:off x="4673600" y="2181225"/>
            <a:ext cx="457200" cy="38100"/>
          </a:xfrm>
          <a:prstGeom prst="rect">
            <a:avLst/>
          </a:prstGeom>
          <a:solidFill>
            <a:srgbClr val="DB8439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13" name="Árvore de&#10;Decisão">
            <a:extLst>
              <a:ext uri="{FF2B5EF4-FFF2-40B4-BE49-F238E27FC236}">
                <a16:creationId xmlns:a16="http://schemas.microsoft.com/office/drawing/2014/main" id="{DA3D69C0-EA61-43C7-A9A1-9D1879A8A33D}"/>
              </a:ext>
            </a:extLst>
          </p:cNvPr>
          <p:cNvSpPr>
            <a:spLocks noGrp="1"/>
          </p:cNvSpPr>
          <p:nvPr/>
        </p:nvSpPr>
        <p:spPr>
          <a:xfrm>
            <a:off x="4673600" y="2505075"/>
            <a:ext cx="3048000" cy="981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2D49"/>
                </a:solidFill>
                <a:latin typeface="Aptos"/>
                <a:ea typeface="Aptos"/>
                <a:cs typeface="Aptos"/>
              </a:rPr>
              <a:t>Árvore de</a:t>
            </a:r>
          </a:p>
          <a:p>
            <a: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2D49"/>
                </a:solidFill>
                <a:latin typeface="Aptos"/>
                <a:ea typeface="Aptos"/>
                <a:cs typeface="Aptos"/>
              </a:rPr>
              <a:t>Decisão</a:t>
            </a:r>
          </a:p>
        </p:txBody>
      </p:sp>
      <p:sp>
        <p:nvSpPr>
          <p:cNvPr id="14" name="Regras sucessivas">
            <a:extLst>
              <a:ext uri="{FF2B5EF4-FFF2-40B4-BE49-F238E27FC236}">
                <a16:creationId xmlns:a16="http://schemas.microsoft.com/office/drawing/2014/main" id="{B1471C32-F1A8-4BC9-BE4E-3AFE06E166DB}"/>
              </a:ext>
            </a:extLst>
          </p:cNvPr>
          <p:cNvSpPr>
            <a:spLocks noGrp="1"/>
          </p:cNvSpPr>
          <p:nvPr/>
        </p:nvSpPr>
        <p:spPr>
          <a:xfrm>
            <a:off x="4673600" y="365760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pPr>
            <a:r>
              <a:rPr sz="1650" b="1" dirty="0" err="1">
                <a:solidFill>
                  <a:srgbClr val="3567A0"/>
                </a:solidFill>
                <a:latin typeface="Aptos"/>
                <a:ea typeface="Aptos"/>
                <a:cs typeface="Aptos"/>
              </a:rPr>
              <a:t>Regras</a:t>
            </a:r>
            <a:r>
              <a:rPr sz="1650" b="1" dirty="0">
                <a:solidFill>
                  <a:srgbClr val="3567A0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3567A0"/>
                </a:solidFill>
                <a:latin typeface="Aptos"/>
                <a:ea typeface="Aptos"/>
                <a:cs typeface="Aptos"/>
              </a:rPr>
              <a:t>sucessivas</a:t>
            </a:r>
            <a:endParaRPr lang="pt-PT" sz="1650" b="1" dirty="0">
              <a:solidFill>
                <a:srgbClr val="3567A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Divide os candidatos&#10;em grupos com&#10;respo">
            <a:extLst>
              <a:ext uri="{FF2B5EF4-FFF2-40B4-BE49-F238E27FC236}">
                <a16:creationId xmlns:a16="http://schemas.microsoft.com/office/drawing/2014/main" id="{50FE8136-3A7E-4AEE-ADD9-06D5433E0844}"/>
              </a:ext>
            </a:extLst>
          </p:cNvPr>
          <p:cNvSpPr>
            <a:spLocks noGrp="1"/>
          </p:cNvSpPr>
          <p:nvPr/>
        </p:nvSpPr>
        <p:spPr>
          <a:xfrm>
            <a:off x="4673600" y="4314825"/>
            <a:ext cx="3048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Divide os candidatos</a:t>
            </a:r>
          </a:p>
          <a:p>
            <a: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em grupos com</a:t>
            </a:r>
          </a:p>
          <a:p>
            <a: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respostas semelhantes.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27144B4-3049-4859-8762-507D527BABD1}"/>
              </a:ext>
            </a:extLst>
          </p:cNvPr>
          <p:cNvSpPr>
            <a:spLocks noGrp="1"/>
          </p:cNvSpPr>
          <p:nvPr/>
        </p:nvSpPr>
        <p:spPr>
          <a:xfrm>
            <a:off x="8255000" y="1933575"/>
            <a:ext cx="3505200" cy="3400425"/>
          </a:xfrm>
          <a:prstGeom prst="roundRect">
            <a:avLst>
              <a:gd name="adj" fmla="val 4482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DBE24F-4849-421B-A78A-A938C0F6283F}"/>
              </a:ext>
            </a:extLst>
          </p:cNvPr>
          <p:cNvSpPr>
            <a:spLocks noGrp="1"/>
          </p:cNvSpPr>
          <p:nvPr/>
        </p:nvSpPr>
        <p:spPr>
          <a:xfrm>
            <a:off x="8483600" y="2181225"/>
            <a:ext cx="457200" cy="38100"/>
          </a:xfrm>
          <a:prstGeom prst="rect">
            <a:avLst/>
          </a:prstGeom>
          <a:solidFill>
            <a:srgbClr val="DB8439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18" name="Random&#10;Forest">
            <a:extLst>
              <a:ext uri="{FF2B5EF4-FFF2-40B4-BE49-F238E27FC236}">
                <a16:creationId xmlns:a16="http://schemas.microsoft.com/office/drawing/2014/main" id="{0393C270-E8F0-46CB-91B5-377DD879B73A}"/>
              </a:ext>
            </a:extLst>
          </p:cNvPr>
          <p:cNvSpPr>
            <a:spLocks noGrp="1"/>
          </p:cNvSpPr>
          <p:nvPr/>
        </p:nvSpPr>
        <p:spPr>
          <a:xfrm>
            <a:off x="8483600" y="2505075"/>
            <a:ext cx="3048000" cy="981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2D49"/>
                </a:solidFill>
                <a:latin typeface="Aptos"/>
                <a:ea typeface="Aptos"/>
                <a:cs typeface="Aptos"/>
              </a:rPr>
              <a:t>Random</a:t>
            </a:r>
          </a:p>
          <a:p>
            <a:pPr algn="l">
              <a:buNone/>
              <a:defRPr sz="292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2D49"/>
                </a:solidFill>
                <a:latin typeface="Aptos"/>
                <a:ea typeface="Aptos"/>
                <a:cs typeface="Aptos"/>
              </a:rPr>
              <a:t>Forest</a:t>
            </a:r>
          </a:p>
        </p:txBody>
      </p:sp>
      <p:sp>
        <p:nvSpPr>
          <p:cNvPr id="19" name="Conjunto de árvores">
            <a:extLst>
              <a:ext uri="{FF2B5EF4-FFF2-40B4-BE49-F238E27FC236}">
                <a16:creationId xmlns:a16="http://schemas.microsoft.com/office/drawing/2014/main" id="{D3621AEC-9706-4A53-B061-40BC608A6415}"/>
              </a:ext>
            </a:extLst>
          </p:cNvPr>
          <p:cNvSpPr>
            <a:spLocks noGrp="1"/>
          </p:cNvSpPr>
          <p:nvPr/>
        </p:nvSpPr>
        <p:spPr>
          <a:xfrm>
            <a:off x="8483600" y="365760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3567A0"/>
                </a:solidFill>
                <a:latin typeface="Aptos"/>
                <a:ea typeface="Aptos"/>
                <a:cs typeface="Aptos"/>
              </a:rPr>
              <a:t>Conjunto de </a:t>
            </a:r>
            <a:r>
              <a:rPr sz="1650" b="1" dirty="0" err="1">
                <a:solidFill>
                  <a:srgbClr val="3567A0"/>
                </a:solidFill>
                <a:latin typeface="Aptos"/>
                <a:ea typeface="Aptos"/>
                <a:cs typeface="Aptos"/>
              </a:rPr>
              <a:t>árvores</a:t>
            </a:r>
            <a:endParaRPr lang="pt-PT" sz="1650" b="1" dirty="0">
              <a:solidFill>
                <a:srgbClr val="3567A0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6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pPr>
            <a:endParaRPr sz="1650" b="1" dirty="0">
              <a:solidFill>
                <a:srgbClr val="3567A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Combina várias árvores&#10;para produzir uma">
            <a:extLst>
              <a:ext uri="{FF2B5EF4-FFF2-40B4-BE49-F238E27FC236}">
                <a16:creationId xmlns:a16="http://schemas.microsoft.com/office/drawing/2014/main" id="{B4B82852-7ED3-4A52-A352-74DC747D19FA}"/>
              </a:ext>
            </a:extLst>
          </p:cNvPr>
          <p:cNvSpPr>
            <a:spLocks noGrp="1"/>
          </p:cNvSpPr>
          <p:nvPr/>
        </p:nvSpPr>
        <p:spPr>
          <a:xfrm>
            <a:off x="8483600" y="4314825"/>
            <a:ext cx="3048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Combina várias árvores</a:t>
            </a:r>
          </a:p>
          <a:p>
            <a: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para produzir uma</a:t>
            </a:r>
          </a:p>
          <a:p>
            <a: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previsão conjunta.</a:t>
            </a:r>
          </a:p>
        </p:txBody>
      </p:sp>
      <p:sp>
        <p:nvSpPr>
          <p:cNvPr id="21" name="Baseline de referência: responder sempre">
            <a:extLst>
              <a:ext uri="{FF2B5EF4-FFF2-40B4-BE49-F238E27FC236}">
                <a16:creationId xmlns:a16="http://schemas.microsoft.com/office/drawing/2014/main" id="{AD857581-F410-4130-AB38-66FAD4A9461E}"/>
              </a:ext>
            </a:extLst>
          </p:cNvPr>
          <p:cNvSpPr>
            <a:spLocks noGrp="1"/>
          </p:cNvSpPr>
          <p:nvPr/>
        </p:nvSpPr>
        <p:spPr>
          <a:xfrm>
            <a:off x="695960" y="5619750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lang="pt-PT" dirty="0"/>
              <a:t>Parâmetros fixos.</a:t>
            </a:r>
          </a:p>
          <a:p>
            <a: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dirty="0"/>
              <a:t>Baseline de </a:t>
            </a:r>
            <a:r>
              <a:rPr dirty="0" err="1"/>
              <a:t>referência</a:t>
            </a:r>
            <a:r>
              <a:rPr dirty="0"/>
              <a:t>: responder sempre </a:t>
            </a:r>
            <a:r>
              <a:rPr dirty="0" err="1"/>
              <a:t>Não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3666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7EB6E9-B032-41BE-A170-C92110240053}"/>
              </a:ext>
            </a:extLst>
          </p:cNvPr>
          <p:cNvSpPr>
            <a:spLocks noGrp="1"/>
          </p:cNvSpPr>
          <p:nvPr/>
        </p:nvSpPr>
        <p:spPr>
          <a:xfrm>
            <a:off x="623888" y="495474"/>
            <a:ext cx="1066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2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2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2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2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2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2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2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2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2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2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32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pPr>
            <a:r>
              <a:rPr sz="3225" b="1" dirty="0" err="1">
                <a:solidFill>
                  <a:srgbClr val="14243B"/>
                </a:solidFill>
                <a:latin typeface="+mj-lt"/>
                <a:ea typeface="Segoe UI"/>
                <a:cs typeface="Segoe UI"/>
              </a:rPr>
              <a:t>Validação</a:t>
            </a:r>
            <a:r>
              <a:rPr sz="3225" b="1" dirty="0">
                <a:solidFill>
                  <a:srgbClr val="14243B"/>
                </a:solidFill>
                <a:latin typeface="+mj-lt"/>
                <a:ea typeface="Segoe UI"/>
                <a:cs typeface="Segoe UI"/>
              </a:rPr>
              <a:t> </a:t>
            </a:r>
            <a:r>
              <a:rPr sz="3225" b="1" dirty="0" err="1">
                <a:solidFill>
                  <a:srgbClr val="14243B"/>
                </a:solidFill>
                <a:latin typeface="+mj-lt"/>
                <a:ea typeface="Segoe UI"/>
                <a:cs typeface="Segoe UI"/>
              </a:rPr>
              <a:t>cruzada</a:t>
            </a:r>
            <a:r>
              <a:rPr sz="3225" b="1" dirty="0">
                <a:solidFill>
                  <a:srgbClr val="14243B"/>
                </a:solidFill>
                <a:latin typeface="+mj-lt"/>
                <a:ea typeface="Segoe UI"/>
                <a:cs typeface="Segoe UI"/>
              </a:rPr>
              <a:t> no </a:t>
            </a:r>
            <a:r>
              <a:rPr sz="3225" b="1" dirty="0" err="1">
                <a:solidFill>
                  <a:srgbClr val="14243B"/>
                </a:solidFill>
                <a:latin typeface="+mj-lt"/>
                <a:ea typeface="Segoe UI"/>
                <a:cs typeface="Segoe UI"/>
              </a:rPr>
              <a:t>treino</a:t>
            </a:r>
            <a:endParaRPr sz="3225" b="1" dirty="0">
              <a:solidFill>
                <a:srgbClr val="14243B"/>
              </a:solidFill>
              <a:latin typeface="+mj-lt"/>
              <a:ea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93D254-5D1A-432C-915D-EF0D71A57A19}"/>
              </a:ext>
            </a:extLst>
          </p:cNvPr>
          <p:cNvSpPr>
            <a:spLocks noGrp="1"/>
          </p:cNvSpPr>
          <p:nvPr/>
        </p:nvSpPr>
        <p:spPr>
          <a:xfrm>
            <a:off x="666750" y="956596"/>
            <a:ext cx="1057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65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pPr>
            <a:r>
              <a:rPr sz="165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A </a:t>
            </a:r>
            <a:r>
              <a:rPr sz="1650" b="0" dirty="0" err="1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escolha</a:t>
            </a:r>
            <a:r>
              <a:rPr sz="165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 b="0" dirty="0" err="1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usa</a:t>
            </a:r>
            <a:r>
              <a:rPr sz="165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 o F1 da </a:t>
            </a:r>
            <a:r>
              <a:rPr sz="1650" b="0" dirty="0" err="1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classe</a:t>
            </a:r>
            <a:r>
              <a:rPr sz="165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 Sim </a:t>
            </a:r>
            <a:r>
              <a:rPr sz="1650" b="0" dirty="0" err="1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nos</a:t>
            </a:r>
            <a:r>
              <a:rPr sz="165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 b="0" dirty="0" err="1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mesmos</a:t>
            </a:r>
            <a:r>
              <a:rPr sz="165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 b="0" dirty="0" err="1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cinco</a:t>
            </a:r>
            <a:r>
              <a:rPr sz="165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 folds </a:t>
            </a:r>
            <a:r>
              <a:rPr sz="1650" b="0" dirty="0" err="1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estratificados</a:t>
            </a:r>
            <a:endParaRPr sz="1650" b="0" dirty="0">
              <a:solidFill>
                <a:srgbClr val="5F6D79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A64FFB-75D9-4F3F-A52F-51DCB55F3C54}"/>
              </a:ext>
            </a:extLst>
          </p:cNvPr>
          <p:cNvSpPr>
            <a:spLocks noGrp="1"/>
          </p:cNvSpPr>
          <p:nvPr/>
        </p:nvSpPr>
        <p:spPr>
          <a:xfrm>
            <a:off x="666750" y="6400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125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Projeto RH  ·  Grupo 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99B9C0-548D-40AA-BCD9-C249B0CB1F68}"/>
              </a:ext>
            </a:extLst>
          </p:cNvPr>
          <p:cNvSpPr>
            <a:spLocks noGrp="1"/>
          </p:cNvSpPr>
          <p:nvPr/>
        </p:nvSpPr>
        <p:spPr>
          <a:xfrm>
            <a:off x="1353349" y="2484140"/>
            <a:ext cx="142875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8400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8400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8400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8400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8400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8400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8400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8400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8400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8400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8400" b="1">
                <a:solidFill>
                  <a:srgbClr val="315F9D"/>
                </a:solidFill>
                <a:latin typeface="Segoe UI"/>
                <a:ea typeface="Segoe UI"/>
                <a:cs typeface="Segoe UI"/>
              </a:defRPr>
            </a:pPr>
            <a:r>
              <a:rPr sz="8400" b="1" dirty="0">
                <a:solidFill>
                  <a:srgbClr val="315F9D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CDF8CA-7C23-463D-83C8-065A0B2F7047}"/>
              </a:ext>
            </a:extLst>
          </p:cNvPr>
          <p:cNvSpPr>
            <a:spLocks noGrp="1"/>
          </p:cNvSpPr>
          <p:nvPr/>
        </p:nvSpPr>
        <p:spPr>
          <a:xfrm>
            <a:off x="2220124" y="2855738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>
            <a:defPPr algn="l">
              <a:defRPr sz="32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2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2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2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2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2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2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2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2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2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3225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pPr>
            <a:r>
              <a:rPr sz="4800" b="1" dirty="0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folds</a:t>
            </a:r>
            <a:endParaRPr sz="3225" b="1" dirty="0">
              <a:solidFill>
                <a:srgbClr val="1424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87C702-0D42-4595-940F-6A408842E452}"/>
              </a:ext>
            </a:extLst>
          </p:cNvPr>
          <p:cNvSpPr>
            <a:spLocks noGrp="1"/>
          </p:cNvSpPr>
          <p:nvPr/>
        </p:nvSpPr>
        <p:spPr>
          <a:xfrm>
            <a:off x="5067300" y="1844715"/>
            <a:ext cx="6191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0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025" b="0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pPr>
            <a:r>
              <a:rPr sz="2025" b="0" dirty="0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Cada </a:t>
            </a:r>
            <a:r>
              <a:rPr sz="2025" b="0" dirty="0" err="1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candidato</a:t>
            </a:r>
            <a:r>
              <a:rPr sz="2025" b="0" dirty="0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 é </a:t>
            </a:r>
            <a:r>
              <a:rPr sz="2025" b="0" dirty="0" err="1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treinado</a:t>
            </a:r>
            <a:r>
              <a:rPr sz="2025" b="0" dirty="0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 e </a:t>
            </a:r>
            <a:r>
              <a:rPr sz="2025" b="0" dirty="0" err="1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avaliado</a:t>
            </a:r>
            <a:r>
              <a:rPr sz="2025" b="0" dirty="0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0" dirty="0" err="1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cinco</a:t>
            </a:r>
            <a:r>
              <a:rPr sz="2025" b="0" dirty="0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0" dirty="0" err="1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vezes</a:t>
            </a:r>
            <a:r>
              <a:rPr sz="2025" b="0" dirty="0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0" dirty="0" err="1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em</a:t>
            </a:r>
            <a:r>
              <a:rPr sz="2025" b="0" dirty="0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 partes </a:t>
            </a:r>
            <a:r>
              <a:rPr sz="2025" b="0" dirty="0" err="1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diferentes</a:t>
            </a:r>
            <a:r>
              <a:rPr sz="2025" b="0" dirty="0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 do </a:t>
            </a:r>
            <a:r>
              <a:rPr sz="2025" b="0" dirty="0" err="1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treino</a:t>
            </a:r>
            <a:r>
              <a:rPr sz="2025" b="0" dirty="0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5597AC-F912-45A8-87FD-282D610B7F3B}"/>
              </a:ext>
            </a:extLst>
          </p:cNvPr>
          <p:cNvSpPr>
            <a:spLocks noGrp="1"/>
          </p:cNvSpPr>
          <p:nvPr/>
        </p:nvSpPr>
        <p:spPr>
          <a:xfrm>
            <a:off x="666750" y="4652788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D883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D883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D883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D883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D883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D883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D883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D883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D883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D883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875" b="1">
                <a:solidFill>
                  <a:srgbClr val="D8833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D8833B"/>
                </a:solidFill>
                <a:latin typeface="Segoe UI"/>
                <a:ea typeface="Segoe UI"/>
                <a:cs typeface="Segoe UI"/>
              </a:rPr>
              <a:t>Critério de escolha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4FD0A2-D8AF-481D-9EB8-C16F20BC1F78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102870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2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2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2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2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2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2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2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2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2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250" b="1">
                <a:solidFill>
                  <a:srgbClr val="14243B"/>
                </a:solidFill>
                <a:latin typeface="Segoe UI"/>
                <a:ea typeface="Segoe UI"/>
                <a:cs typeface="Segoe UI"/>
              </a:defRPr>
            </a:pPr>
            <a:r>
              <a:rPr sz="2250" b="1" dirty="0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Maior F1 </a:t>
            </a:r>
            <a:r>
              <a:rPr sz="2250" b="1" dirty="0" err="1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médio</a:t>
            </a:r>
            <a:r>
              <a:rPr sz="2250" b="1" dirty="0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 da </a:t>
            </a:r>
            <a:r>
              <a:rPr sz="2250" b="1" dirty="0" err="1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classe</a:t>
            </a:r>
            <a:r>
              <a:rPr sz="2250" b="1" dirty="0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 Sim</a:t>
            </a:r>
            <a:r>
              <a:rPr lang="en-US" sz="2250" b="1" dirty="0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. </a:t>
            </a:r>
            <a:r>
              <a:rPr lang="en-US" sz="2250" b="1" dirty="0" err="1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Limiar</a:t>
            </a:r>
            <a:r>
              <a:rPr lang="en-US" sz="2250" b="1" dirty="0">
                <a:solidFill>
                  <a:srgbClr val="14243B"/>
                </a:solidFill>
                <a:latin typeface="Segoe UI"/>
                <a:ea typeface="Segoe UI"/>
                <a:cs typeface="Segoe UI"/>
              </a:rPr>
              <a:t> 0,50.</a:t>
            </a:r>
            <a:endParaRPr sz="2250" b="1" dirty="0">
              <a:solidFill>
                <a:srgbClr val="1424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E8A176-AECD-4E82-A13F-58BF22637941}"/>
              </a:ext>
            </a:extLst>
          </p:cNvPr>
          <p:cNvSpPr>
            <a:spLocks noGrp="1"/>
          </p:cNvSpPr>
          <p:nvPr/>
        </p:nvSpPr>
        <p:spPr>
          <a:xfrm>
            <a:off x="702215" y="5499060"/>
            <a:ext cx="1028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500" b="0">
                <a:solidFill>
                  <a:srgbClr val="5F6D79"/>
                </a:solidFill>
                <a:latin typeface="Segoe UI"/>
                <a:ea typeface="Segoe UI"/>
                <a:cs typeface="Segoe UI"/>
              </a:defRPr>
            </a:pPr>
            <a:r>
              <a:rPr sz="150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O teste </a:t>
            </a:r>
            <a:r>
              <a:rPr sz="1500" b="0" dirty="0" err="1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não</a:t>
            </a:r>
            <a:r>
              <a:rPr sz="150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0" dirty="0" err="1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participa</a:t>
            </a:r>
            <a:r>
              <a:rPr sz="150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0" dirty="0" err="1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na</a:t>
            </a:r>
            <a:r>
              <a:rPr sz="150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0" dirty="0" err="1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escolha</a:t>
            </a:r>
            <a:r>
              <a:rPr sz="150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0" dirty="0" err="1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desta</a:t>
            </a:r>
            <a:r>
              <a:rPr sz="150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0" dirty="0" err="1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versão</a:t>
            </a:r>
            <a:r>
              <a:rPr sz="1500" b="0" dirty="0">
                <a:solidFill>
                  <a:srgbClr val="5F6D79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658C6F5-5725-1168-5EDC-B9433CACA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00" y="2943096"/>
            <a:ext cx="5725324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104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colhemos o Random Forest pelo F1 médio">
            <a:extLst>
              <a:ext uri="{FF2B5EF4-FFF2-40B4-BE49-F238E27FC236}">
                <a16:creationId xmlns:a16="http://schemas.microsoft.com/office/drawing/2014/main" id="{D5A31372-FAB6-4D82-AB6A-2913D6EB22A2}"/>
              </a:ext>
            </a:extLst>
          </p:cNvPr>
          <p:cNvSpPr>
            <a:spLocks noGrp="1"/>
          </p:cNvSpPr>
          <p:nvPr/>
        </p:nvSpPr>
        <p:spPr>
          <a:xfrm>
            <a:off x="623888" y="600075"/>
            <a:ext cx="1112520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Escolhemos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o Random Forest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pelo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F1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médio</a:t>
            </a:r>
            <a:endParaRPr sz="3150" b="1" dirty="0">
              <a:solidFill>
                <a:srgbClr val="142D4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Projeto RH · Grupo 07">
            <a:extLst>
              <a:ext uri="{FF2B5EF4-FFF2-40B4-BE49-F238E27FC236}">
                <a16:creationId xmlns:a16="http://schemas.microsoft.com/office/drawing/2014/main" id="{4054DCD6-FC11-40A5-A923-FFF98B3A3F6F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Projeto RH · Grupo 07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FA368A-6E20-49E7-894A-CA1CE5AEED37}"/>
              </a:ext>
            </a:extLst>
          </p:cNvPr>
          <p:cNvSpPr>
            <a:spLocks noGrp="1"/>
          </p:cNvSpPr>
          <p:nvPr/>
        </p:nvSpPr>
        <p:spPr>
          <a:xfrm>
            <a:off x="623888" y="1714500"/>
            <a:ext cx="7472362" cy="3857625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6FE86C-6E88-4DFA-A96F-57FFE796C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22497" y="1838325"/>
            <a:ext cx="6184656" cy="3495675"/>
          </a:xfrm>
          <a:prstGeom prst="rect">
            <a:avLst/>
          </a:prstGeom>
        </p:spPr>
      </p:pic>
      <p:sp>
        <p:nvSpPr>
          <p:cNvPr id="8" name="Notebook 04 · Comparação dos modelos">
            <a:extLst>
              <a:ext uri="{FF2B5EF4-FFF2-40B4-BE49-F238E27FC236}">
                <a16:creationId xmlns:a16="http://schemas.microsoft.com/office/drawing/2014/main" id="{E23EF778-4C0E-4CE4-AF10-BB620FB90013}"/>
              </a:ext>
            </a:extLst>
          </p:cNvPr>
          <p:cNvSpPr>
            <a:spLocks noGrp="1"/>
          </p:cNvSpPr>
          <p:nvPr/>
        </p:nvSpPr>
        <p:spPr>
          <a:xfrm>
            <a:off x="704850" y="5629275"/>
            <a:ext cx="7334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Notebook 04 · Comparação dos modelos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AB7C564-67E3-46CF-8E33-8619CDF4BA8A}"/>
              </a:ext>
            </a:extLst>
          </p:cNvPr>
          <p:cNvSpPr>
            <a:spLocks noGrp="1"/>
          </p:cNvSpPr>
          <p:nvPr/>
        </p:nvSpPr>
        <p:spPr>
          <a:xfrm>
            <a:off x="8420100" y="1714500"/>
            <a:ext cx="3238500" cy="2438400"/>
          </a:xfrm>
          <a:prstGeom prst="roundRect">
            <a:avLst>
              <a:gd name="adj" fmla="val 6250"/>
            </a:avLst>
          </a:prstGeom>
          <a:solidFill>
            <a:srgbClr val="236A83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10" name="MELHOR F1 NA VALIDAÇÃO">
            <a:extLst>
              <a:ext uri="{FF2B5EF4-FFF2-40B4-BE49-F238E27FC236}">
                <a16:creationId xmlns:a16="http://schemas.microsoft.com/office/drawing/2014/main" id="{D4D832A5-B229-4D96-901C-834CF13F6847}"/>
              </a:ext>
            </a:extLst>
          </p:cNvPr>
          <p:cNvSpPr>
            <a:spLocks noGrp="1"/>
          </p:cNvSpPr>
          <p:nvPr/>
        </p:nvSpPr>
        <p:spPr>
          <a:xfrm>
            <a:off x="8686800" y="1952625"/>
            <a:ext cx="27051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BD0E4"/>
                </a:solidFill>
                <a:latin typeface="Aptos"/>
                <a:ea typeface="Aptos"/>
                <a:cs typeface="Aptos"/>
              </a:rPr>
              <a:t>MELHOR F1 NA VALIDAÇÃO</a:t>
            </a:r>
          </a:p>
        </p:txBody>
      </p:sp>
      <p:sp>
        <p:nvSpPr>
          <p:cNvPr id="11" name="61,8%">
            <a:extLst>
              <a:ext uri="{FF2B5EF4-FFF2-40B4-BE49-F238E27FC236}">
                <a16:creationId xmlns:a16="http://schemas.microsoft.com/office/drawing/2014/main" id="{516547B5-B146-45E7-A3B6-35BE3BF1B557}"/>
              </a:ext>
            </a:extLst>
          </p:cNvPr>
          <p:cNvSpPr>
            <a:spLocks noGrp="1"/>
          </p:cNvSpPr>
          <p:nvPr/>
        </p:nvSpPr>
        <p:spPr>
          <a:xfrm>
            <a:off x="8686800" y="2409825"/>
            <a:ext cx="270510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61,8%</a:t>
            </a:r>
          </a:p>
        </p:txBody>
      </p:sp>
      <p:sp>
        <p:nvSpPr>
          <p:cNvPr id="12" name="Random Forest">
            <a:extLst>
              <a:ext uri="{FF2B5EF4-FFF2-40B4-BE49-F238E27FC236}">
                <a16:creationId xmlns:a16="http://schemas.microsoft.com/office/drawing/2014/main" id="{D4569FDE-3301-4EA7-B11A-A8F44766033C}"/>
              </a:ext>
            </a:extLst>
          </p:cNvPr>
          <p:cNvSpPr>
            <a:spLocks noGrp="1"/>
          </p:cNvSpPr>
          <p:nvPr/>
        </p:nvSpPr>
        <p:spPr>
          <a:xfrm>
            <a:off x="8686800" y="3362325"/>
            <a:ext cx="27051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3" name="Árvore: 61,1%&#10;Regressão: 46,6%">
            <a:extLst>
              <a:ext uri="{FF2B5EF4-FFF2-40B4-BE49-F238E27FC236}">
                <a16:creationId xmlns:a16="http://schemas.microsoft.com/office/drawing/2014/main" id="{4860A99F-399D-4FC5-92FB-5091C757ADB4}"/>
              </a:ext>
            </a:extLst>
          </p:cNvPr>
          <p:cNvSpPr>
            <a:spLocks noGrp="1"/>
          </p:cNvSpPr>
          <p:nvPr/>
        </p:nvSpPr>
        <p:spPr>
          <a:xfrm>
            <a:off x="8620125" y="4362450"/>
            <a:ext cx="284797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9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9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Árvore: 61,1%</a:t>
            </a:r>
          </a:p>
          <a:p>
            <a:pPr algn="l">
              <a:buNone/>
              <a:defRPr sz="195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Regressão: 46,6%</a:t>
            </a:r>
          </a:p>
        </p:txBody>
      </p:sp>
      <p:sp>
        <p:nvSpPr>
          <p:cNvPr id="14" name="Vantagem pequena:&#10;0,7 pontos percentuais">
            <a:extLst>
              <a:ext uri="{FF2B5EF4-FFF2-40B4-BE49-F238E27FC236}">
                <a16:creationId xmlns:a16="http://schemas.microsoft.com/office/drawing/2014/main" id="{B94D135B-5DAD-4357-AD47-02F93B7EC16F}"/>
              </a:ext>
            </a:extLst>
          </p:cNvPr>
          <p:cNvSpPr>
            <a:spLocks noGrp="1"/>
          </p:cNvSpPr>
          <p:nvPr/>
        </p:nvSpPr>
        <p:spPr>
          <a:xfrm>
            <a:off x="8620125" y="5248275"/>
            <a:ext cx="284797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D49"/>
                </a:solidFill>
                <a:latin typeface="Aptos"/>
                <a:ea typeface="Aptos"/>
                <a:cs typeface="Aptos"/>
              </a:rPr>
              <a:t>Vantagem pequena:</a:t>
            </a:r>
          </a:p>
          <a:p>
            <a:pPr algn="l">
              <a:buNone/>
              <a:defRPr sz="18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D49"/>
                </a:solidFill>
                <a:latin typeface="Aptos"/>
                <a:ea typeface="Aptos"/>
                <a:cs typeface="Aptos"/>
              </a:rPr>
              <a:t>0,7 pontos percentuais.</a:t>
            </a:r>
          </a:p>
        </p:txBody>
      </p:sp>
    </p:spTree>
    <p:extLst>
      <p:ext uri="{BB962C8B-B14F-4D97-AF65-F5344CB8AC3E}">
        <p14:creationId xmlns:p14="http://schemas.microsoft.com/office/powerpoint/2010/main" val="97135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9">
            <a:extLst>
              <a:ext uri="{FF2B5EF4-FFF2-40B4-BE49-F238E27FC236}">
                <a16:creationId xmlns:a16="http://schemas.microsoft.com/office/drawing/2014/main" id="{CC65F8AB-D67D-47DB-8768-ABE84855B75D}"/>
              </a:ext>
            </a:extLst>
          </p:cNvPr>
          <p:cNvSpPr>
            <a:spLocks noGrp="1"/>
          </p:cNvSpPr>
          <p:nvPr/>
        </p:nvSpPr>
        <p:spPr>
          <a:xfrm>
            <a:off x="11106150" y="276225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r"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No teste, detetámos a maioria dos casos ">
            <a:extLst>
              <a:ext uri="{FF2B5EF4-FFF2-40B4-BE49-F238E27FC236}">
                <a16:creationId xmlns:a16="http://schemas.microsoft.com/office/drawing/2014/main" id="{7E0522FE-0CAD-4A54-82EE-7D634F66E18F}"/>
              </a:ext>
            </a:extLst>
          </p:cNvPr>
          <p:cNvSpPr>
            <a:spLocks noGrp="1"/>
          </p:cNvSpPr>
          <p:nvPr/>
        </p:nvSpPr>
        <p:spPr>
          <a:xfrm>
            <a:off x="623888" y="623888"/>
            <a:ext cx="1112520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No teste,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detetámos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a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maioria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dos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casos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Sim</a:t>
            </a:r>
          </a:p>
        </p:txBody>
      </p:sp>
      <p:sp>
        <p:nvSpPr>
          <p:cNvPr id="4" name="3 832 candidatos avaliados, com limiar d">
            <a:extLst>
              <a:ext uri="{FF2B5EF4-FFF2-40B4-BE49-F238E27FC236}">
                <a16:creationId xmlns:a16="http://schemas.microsoft.com/office/drawing/2014/main" id="{26D347BE-5ADC-4C73-9985-D8C60AE97050}"/>
              </a:ext>
            </a:extLst>
          </p:cNvPr>
          <p:cNvSpPr>
            <a:spLocks noGrp="1"/>
          </p:cNvSpPr>
          <p:nvPr/>
        </p:nvSpPr>
        <p:spPr>
          <a:xfrm>
            <a:off x="623888" y="1099834"/>
            <a:ext cx="11125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80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3 832 </a:t>
            </a:r>
            <a:r>
              <a:rPr sz="1800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candidatos</a:t>
            </a:r>
            <a:r>
              <a:rPr sz="180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avaliados</a:t>
            </a:r>
            <a:r>
              <a:rPr sz="180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, com </a:t>
            </a:r>
            <a:r>
              <a:rPr sz="1800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limiar</a:t>
            </a:r>
            <a:r>
              <a:rPr sz="180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de </a:t>
            </a:r>
            <a:r>
              <a:rPr sz="1800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classificação</a:t>
            </a:r>
            <a:r>
              <a:rPr sz="180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de 0,50.</a:t>
            </a:r>
          </a:p>
        </p:txBody>
      </p:sp>
      <p:sp>
        <p:nvSpPr>
          <p:cNvPr id="5" name="Projeto RH · Grupo 07">
            <a:extLst>
              <a:ext uri="{FF2B5EF4-FFF2-40B4-BE49-F238E27FC236}">
                <a16:creationId xmlns:a16="http://schemas.microsoft.com/office/drawing/2014/main" id="{F641341F-2D48-4021-909D-DCFFE3C7BB47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Projeto RH · Grupo 07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370D38-2F12-45E7-A925-4FA9E148726F}"/>
              </a:ext>
            </a:extLst>
          </p:cNvPr>
          <p:cNvSpPr>
            <a:spLocks noGrp="1"/>
          </p:cNvSpPr>
          <p:nvPr/>
        </p:nvSpPr>
        <p:spPr>
          <a:xfrm>
            <a:off x="756920" y="2205341"/>
            <a:ext cx="5210175" cy="1104900"/>
          </a:xfrm>
          <a:prstGeom prst="roundRect">
            <a:avLst>
              <a:gd name="adj" fmla="val 13793"/>
            </a:avLst>
          </a:prstGeom>
          <a:solidFill>
            <a:srgbClr val="E7EEF6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7" name="74,6%">
            <a:extLst>
              <a:ext uri="{FF2B5EF4-FFF2-40B4-BE49-F238E27FC236}">
                <a16:creationId xmlns:a16="http://schemas.microsoft.com/office/drawing/2014/main" id="{987789C0-F515-4D46-AB04-A0EEBA0F958B}"/>
              </a:ext>
            </a:extLst>
          </p:cNvPr>
          <p:cNvSpPr>
            <a:spLocks noGrp="1"/>
          </p:cNvSpPr>
          <p:nvPr/>
        </p:nvSpPr>
        <p:spPr>
          <a:xfrm>
            <a:off x="985520" y="2367266"/>
            <a:ext cx="2333625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3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43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43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43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43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43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43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43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43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43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43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pPr>
            <a:r>
              <a:rPr sz="4350" b="1" dirty="0">
                <a:solidFill>
                  <a:srgbClr val="3567A0"/>
                </a:solidFill>
                <a:latin typeface="Aptos"/>
                <a:ea typeface="Aptos"/>
                <a:cs typeface="Aptos"/>
              </a:rPr>
              <a:t>74,6%</a:t>
            </a:r>
          </a:p>
        </p:txBody>
      </p:sp>
      <p:sp>
        <p:nvSpPr>
          <p:cNvPr id="8" name="Recall">
            <a:extLst>
              <a:ext uri="{FF2B5EF4-FFF2-40B4-BE49-F238E27FC236}">
                <a16:creationId xmlns:a16="http://schemas.microsoft.com/office/drawing/2014/main" id="{DFEA5E3C-97A4-46BB-890C-AB6F7D40989E}"/>
              </a:ext>
            </a:extLst>
          </p:cNvPr>
          <p:cNvSpPr>
            <a:spLocks noGrp="1"/>
          </p:cNvSpPr>
          <p:nvPr/>
        </p:nvSpPr>
        <p:spPr>
          <a:xfrm>
            <a:off x="3547745" y="2395841"/>
            <a:ext cx="21621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9" name="Meta ≥ 60%">
            <a:extLst>
              <a:ext uri="{FF2B5EF4-FFF2-40B4-BE49-F238E27FC236}">
                <a16:creationId xmlns:a16="http://schemas.microsoft.com/office/drawing/2014/main" id="{02C004F0-70D4-4193-B32D-6BB2795450F3}"/>
              </a:ext>
            </a:extLst>
          </p:cNvPr>
          <p:cNvSpPr>
            <a:spLocks noGrp="1"/>
          </p:cNvSpPr>
          <p:nvPr/>
        </p:nvSpPr>
        <p:spPr>
          <a:xfrm>
            <a:off x="3547745" y="2872091"/>
            <a:ext cx="21621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Meta ≥ 60%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C02C91-F904-4061-8D15-22913CFC4C2D}"/>
              </a:ext>
            </a:extLst>
          </p:cNvPr>
          <p:cNvSpPr>
            <a:spLocks noGrp="1"/>
          </p:cNvSpPr>
          <p:nvPr/>
        </p:nvSpPr>
        <p:spPr>
          <a:xfrm>
            <a:off x="756920" y="3453116"/>
            <a:ext cx="5210175" cy="1104900"/>
          </a:xfrm>
          <a:prstGeom prst="roundRect">
            <a:avLst>
              <a:gd name="adj" fmla="val 13793"/>
            </a:avLst>
          </a:prstGeom>
          <a:solidFill>
            <a:srgbClr val="FAEEE3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11" name="60,5%">
            <a:extLst>
              <a:ext uri="{FF2B5EF4-FFF2-40B4-BE49-F238E27FC236}">
                <a16:creationId xmlns:a16="http://schemas.microsoft.com/office/drawing/2014/main" id="{66F80B7B-8BF2-49CD-A039-CFC5227206E8}"/>
              </a:ext>
            </a:extLst>
          </p:cNvPr>
          <p:cNvSpPr>
            <a:spLocks noGrp="1"/>
          </p:cNvSpPr>
          <p:nvPr/>
        </p:nvSpPr>
        <p:spPr>
          <a:xfrm>
            <a:off x="985520" y="3615041"/>
            <a:ext cx="2333625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350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4350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4350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4350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4350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4350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4350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4350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4350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4350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4350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pPr>
            <a:r>
              <a:rPr sz="4350" b="1" dirty="0">
                <a:solidFill>
                  <a:srgbClr val="DB8439"/>
                </a:solidFill>
                <a:latin typeface="Aptos"/>
                <a:ea typeface="Aptos"/>
                <a:cs typeface="Aptos"/>
              </a:rPr>
              <a:t>60,5%</a:t>
            </a:r>
          </a:p>
        </p:txBody>
      </p:sp>
      <p:sp>
        <p:nvSpPr>
          <p:cNvPr id="12" name="F1">
            <a:extLst>
              <a:ext uri="{FF2B5EF4-FFF2-40B4-BE49-F238E27FC236}">
                <a16:creationId xmlns:a16="http://schemas.microsoft.com/office/drawing/2014/main" id="{AAF9331C-E3C5-440C-878E-63D40438F909}"/>
              </a:ext>
            </a:extLst>
          </p:cNvPr>
          <p:cNvSpPr>
            <a:spLocks noGrp="1"/>
          </p:cNvSpPr>
          <p:nvPr/>
        </p:nvSpPr>
        <p:spPr>
          <a:xfrm>
            <a:off x="3547745" y="3643616"/>
            <a:ext cx="21621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42D49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13" name="Meta ≥ 50%">
            <a:extLst>
              <a:ext uri="{FF2B5EF4-FFF2-40B4-BE49-F238E27FC236}">
                <a16:creationId xmlns:a16="http://schemas.microsoft.com/office/drawing/2014/main" id="{E6F20307-B23A-4C41-B7FE-70CEA0C5D4E9}"/>
              </a:ext>
            </a:extLst>
          </p:cNvPr>
          <p:cNvSpPr>
            <a:spLocks noGrp="1"/>
          </p:cNvSpPr>
          <p:nvPr/>
        </p:nvSpPr>
        <p:spPr>
          <a:xfrm>
            <a:off x="3547745" y="4119866"/>
            <a:ext cx="21621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Meta ≥ 50%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3EE9F87-A6A1-4A6F-A680-B5D2E49D2DC7}"/>
              </a:ext>
            </a:extLst>
          </p:cNvPr>
          <p:cNvSpPr>
            <a:spLocks noGrp="1"/>
          </p:cNvSpPr>
          <p:nvPr/>
        </p:nvSpPr>
        <p:spPr>
          <a:xfrm>
            <a:off x="756920" y="4700891"/>
            <a:ext cx="5210175" cy="1104900"/>
          </a:xfrm>
          <a:prstGeom prst="roundRect">
            <a:avLst>
              <a:gd name="adj" fmla="val 13793"/>
            </a:avLst>
          </a:prstGeom>
          <a:solidFill>
            <a:srgbClr val="E7EEF6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15" name="0,785">
            <a:extLst>
              <a:ext uri="{FF2B5EF4-FFF2-40B4-BE49-F238E27FC236}">
                <a16:creationId xmlns:a16="http://schemas.microsoft.com/office/drawing/2014/main" id="{AD588BD2-464D-43EA-B21F-0B6621934583}"/>
              </a:ext>
            </a:extLst>
          </p:cNvPr>
          <p:cNvSpPr>
            <a:spLocks noGrp="1"/>
          </p:cNvSpPr>
          <p:nvPr/>
        </p:nvSpPr>
        <p:spPr>
          <a:xfrm>
            <a:off x="985520" y="4862816"/>
            <a:ext cx="2333625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3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43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43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43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43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43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43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43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43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43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4350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3567A0"/>
                </a:solidFill>
                <a:latin typeface="Aptos"/>
                <a:ea typeface="Aptos"/>
                <a:cs typeface="Aptos"/>
              </a:rPr>
              <a:t>0,785</a:t>
            </a:r>
          </a:p>
        </p:txBody>
      </p:sp>
      <p:sp>
        <p:nvSpPr>
          <p:cNvPr id="16" name="ROC-AUC">
            <a:extLst>
              <a:ext uri="{FF2B5EF4-FFF2-40B4-BE49-F238E27FC236}">
                <a16:creationId xmlns:a16="http://schemas.microsoft.com/office/drawing/2014/main" id="{A5947A8A-2553-4FAD-B453-2ECD1D59E263}"/>
              </a:ext>
            </a:extLst>
          </p:cNvPr>
          <p:cNvSpPr>
            <a:spLocks noGrp="1"/>
          </p:cNvSpPr>
          <p:nvPr/>
        </p:nvSpPr>
        <p:spPr>
          <a:xfrm>
            <a:off x="3547745" y="4891391"/>
            <a:ext cx="21621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10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42D49"/>
                </a:solidFill>
                <a:latin typeface="Aptos"/>
                <a:ea typeface="Aptos"/>
                <a:cs typeface="Aptos"/>
              </a:rPr>
              <a:t>ROC-AUC</a:t>
            </a:r>
          </a:p>
        </p:txBody>
      </p:sp>
      <p:sp>
        <p:nvSpPr>
          <p:cNvPr id="17" name="Meta ≥ 0,75">
            <a:extLst>
              <a:ext uri="{FF2B5EF4-FFF2-40B4-BE49-F238E27FC236}">
                <a16:creationId xmlns:a16="http://schemas.microsoft.com/office/drawing/2014/main" id="{731C33FC-631C-4241-9E42-6DFC6CFE10FE}"/>
              </a:ext>
            </a:extLst>
          </p:cNvPr>
          <p:cNvSpPr>
            <a:spLocks noGrp="1"/>
          </p:cNvSpPr>
          <p:nvPr/>
        </p:nvSpPr>
        <p:spPr>
          <a:xfrm>
            <a:off x="3547745" y="5367641"/>
            <a:ext cx="21621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Meta ≥ 0,75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4C0B19A-F88B-471E-81B6-D9FF6D5FEB03}"/>
              </a:ext>
            </a:extLst>
          </p:cNvPr>
          <p:cNvSpPr>
            <a:spLocks noGrp="1"/>
          </p:cNvSpPr>
          <p:nvPr/>
        </p:nvSpPr>
        <p:spPr>
          <a:xfrm>
            <a:off x="6296024" y="2209800"/>
            <a:ext cx="5362575" cy="3933825"/>
          </a:xfrm>
          <a:prstGeom prst="roundRect">
            <a:avLst>
              <a:gd name="adj" fmla="val 3874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030C8F4-0184-4C5F-80EC-01481D677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38335" y="2305050"/>
            <a:ext cx="3658879" cy="3552825"/>
          </a:xfrm>
          <a:prstGeom prst="rect">
            <a:avLst/>
          </a:prstGeom>
        </p:spPr>
      </p:pic>
      <p:sp>
        <p:nvSpPr>
          <p:cNvPr id="20" name="Curva ROC original · Notebook 04">
            <a:extLst>
              <a:ext uri="{FF2B5EF4-FFF2-40B4-BE49-F238E27FC236}">
                <a16:creationId xmlns:a16="http://schemas.microsoft.com/office/drawing/2014/main" id="{19C76E6C-C939-4C3D-B2F2-13C6710A3E25}"/>
              </a:ext>
            </a:extLst>
          </p:cNvPr>
          <p:cNvSpPr>
            <a:spLocks noGrp="1"/>
          </p:cNvSpPr>
          <p:nvPr/>
        </p:nvSpPr>
        <p:spPr>
          <a:xfrm>
            <a:off x="6664959" y="5915024"/>
            <a:ext cx="486981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Curva ROC original · Notebook 04</a:t>
            </a:r>
          </a:p>
        </p:txBody>
      </p:sp>
      <p:sp>
        <p:nvSpPr>
          <p:cNvPr id="24" name="3 832 candidatos avaliados, com limiar d">
            <a:extLst>
              <a:ext uri="{FF2B5EF4-FFF2-40B4-BE49-F238E27FC236}">
                <a16:creationId xmlns:a16="http://schemas.microsoft.com/office/drawing/2014/main" id="{DF5E78D0-7FB8-8811-5DB2-C12085432E50}"/>
              </a:ext>
            </a:extLst>
          </p:cNvPr>
          <p:cNvSpPr>
            <a:spLocks noGrp="1"/>
          </p:cNvSpPr>
          <p:nvPr/>
        </p:nvSpPr>
        <p:spPr>
          <a:xfrm>
            <a:off x="623888" y="1393190"/>
            <a:ext cx="11125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lang="pt-PT" sz="180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Os 3 critérios de sucesso foram cumpridos.</a:t>
            </a:r>
            <a:endParaRPr sz="1800" b="0" dirty="0">
              <a:solidFill>
                <a:srgbClr val="5B7087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86779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1">
            <a:extLst>
              <a:ext uri="{FF2B5EF4-FFF2-40B4-BE49-F238E27FC236}">
                <a16:creationId xmlns:a16="http://schemas.microsoft.com/office/drawing/2014/main" id="{CCB97B3D-5E63-4945-B882-8D12949BE1E6}"/>
              </a:ext>
            </a:extLst>
          </p:cNvPr>
          <p:cNvSpPr>
            <a:spLocks noGrp="1"/>
          </p:cNvSpPr>
          <p:nvPr/>
        </p:nvSpPr>
        <p:spPr>
          <a:xfrm>
            <a:off x="11106150" y="276225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r"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O índice da cidade tem maior importância">
            <a:extLst>
              <a:ext uri="{FF2B5EF4-FFF2-40B4-BE49-F238E27FC236}">
                <a16:creationId xmlns:a16="http://schemas.microsoft.com/office/drawing/2014/main" id="{3075C1DC-2BF0-4E6A-A133-A12ECDF92E61}"/>
              </a:ext>
            </a:extLst>
          </p:cNvPr>
          <p:cNvSpPr>
            <a:spLocks noGrp="1"/>
          </p:cNvSpPr>
          <p:nvPr/>
        </p:nvSpPr>
        <p:spPr>
          <a:xfrm>
            <a:off x="623888" y="629285"/>
            <a:ext cx="1112520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lang="pt-PT"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O índice da cidade tem a maior importância no modelo</a:t>
            </a:r>
            <a:endParaRPr sz="3150" b="1" dirty="0">
              <a:solidFill>
                <a:srgbClr val="142D4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Importância das colunas depois da prepar">
            <a:extLst>
              <a:ext uri="{FF2B5EF4-FFF2-40B4-BE49-F238E27FC236}">
                <a16:creationId xmlns:a16="http://schemas.microsoft.com/office/drawing/2014/main" id="{89AAA969-577A-40E3-A973-E055AD0CDB9D}"/>
              </a:ext>
            </a:extLst>
          </p:cNvPr>
          <p:cNvSpPr>
            <a:spLocks noGrp="1"/>
          </p:cNvSpPr>
          <p:nvPr/>
        </p:nvSpPr>
        <p:spPr>
          <a:xfrm>
            <a:off x="623888" y="1171575"/>
            <a:ext cx="11125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lang="pt-PT" sz="180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Importância das colunas depois da preparação dos dados.</a:t>
            </a:r>
          </a:p>
        </p:txBody>
      </p:sp>
      <p:sp>
        <p:nvSpPr>
          <p:cNvPr id="5" name="Projeto RH · Grupo 07">
            <a:extLst>
              <a:ext uri="{FF2B5EF4-FFF2-40B4-BE49-F238E27FC236}">
                <a16:creationId xmlns:a16="http://schemas.microsoft.com/office/drawing/2014/main" id="{A444166B-2A91-4FB3-8CA1-A0067C678BEC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900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Projeto</a:t>
            </a:r>
            <a:r>
              <a:rPr sz="90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RH · Grupo 07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589FB8-C946-44CA-9C14-079076E3A8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4985042"/>
              </p:ext>
            </p:extLst>
          </p:nvPr>
        </p:nvGraphicFramePr>
        <p:xfrm>
          <a:off x="533400" y="2343150"/>
          <a:ext cx="7591425" cy="3181350"/>
        </p:xfrm>
        <a:graphic>
          <a:graphicData uri="http://schemas.openxmlformats.org/drawingml/2006/table">
            <a:tbl>
              <a:tblPr/>
              <a:tblGrid>
                <a:gridCol w="590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dirty="0" err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Coluna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utilizada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pelo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modelo</a:t>
                      </a:r>
                      <a:endParaRPr sz="1500" b="1" dirty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42D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Importância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42D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 dirty="0" err="1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Índice</a:t>
                      </a:r>
                      <a:r>
                        <a:rPr sz="1800" b="0" dirty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 de </a:t>
                      </a:r>
                      <a:r>
                        <a:rPr sz="1800" b="0" dirty="0" err="1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desenvolvimento</a:t>
                      </a:r>
                      <a:r>
                        <a:rPr sz="1800" b="0" dirty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 da </a:t>
                      </a:r>
                      <a:r>
                        <a:rPr sz="1800" b="0" dirty="0" err="1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cidade</a:t>
                      </a:r>
                      <a:endParaRPr sz="1800" b="0" dirty="0">
                        <a:solidFill>
                          <a:srgbClr val="142D49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dirty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22,8%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7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 dirty="0" err="1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Cidade</a:t>
                      </a:r>
                      <a:r>
                        <a:rPr sz="1800" b="0" dirty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: Zona_065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16,6%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 dirty="0" err="1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Dimensão</a:t>
                      </a:r>
                      <a:r>
                        <a:rPr sz="1800" b="0" dirty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 da </a:t>
                      </a:r>
                      <a:r>
                        <a:rPr sz="1800" b="0" dirty="0" err="1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empresa</a:t>
                      </a:r>
                      <a:r>
                        <a:rPr sz="1800" b="0" dirty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: </a:t>
                      </a:r>
                      <a:r>
                        <a:rPr sz="1800" b="0" dirty="0" err="1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Desconhecido</a:t>
                      </a:r>
                      <a:endParaRPr sz="1800" b="0" dirty="0">
                        <a:solidFill>
                          <a:srgbClr val="142D49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dirty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11,2%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7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 dirty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Tipo de </a:t>
                      </a:r>
                      <a:r>
                        <a:rPr sz="1800" b="0" dirty="0" err="1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empresa</a:t>
                      </a:r>
                      <a:r>
                        <a:rPr sz="1800" b="0" dirty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: </a:t>
                      </a:r>
                      <a:r>
                        <a:rPr sz="1800" b="0" dirty="0" err="1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Desconhecido</a:t>
                      </a:r>
                      <a:endParaRPr sz="1800" b="0" dirty="0">
                        <a:solidFill>
                          <a:srgbClr val="142D49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8,5%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 dirty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Tipo de </a:t>
                      </a:r>
                      <a:r>
                        <a:rPr sz="1800" b="0" dirty="0" err="1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empresa</a:t>
                      </a:r>
                      <a:r>
                        <a:rPr sz="1800" b="0" dirty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: Empresa </a:t>
                      </a:r>
                      <a:r>
                        <a:rPr sz="1800" b="0" dirty="0" err="1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privada</a:t>
                      </a:r>
                      <a:endParaRPr sz="1800" b="0" dirty="0">
                        <a:solidFill>
                          <a:srgbClr val="142D49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dirty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6,3%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7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3E0B9A-3B6B-403D-83E8-330916CE1DAF}"/>
              </a:ext>
            </a:extLst>
          </p:cNvPr>
          <p:cNvSpPr>
            <a:spLocks noGrp="1"/>
          </p:cNvSpPr>
          <p:nvPr/>
        </p:nvSpPr>
        <p:spPr>
          <a:xfrm>
            <a:off x="8439150" y="2343150"/>
            <a:ext cx="3219450" cy="2381250"/>
          </a:xfrm>
          <a:prstGeom prst="roundRect">
            <a:avLst>
              <a:gd name="adj" fmla="val 6400"/>
            </a:avLst>
          </a:prstGeom>
          <a:solidFill>
            <a:srgbClr val="142D49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8" name="MAIOR IMPORTÂNCIA">
            <a:extLst>
              <a:ext uri="{FF2B5EF4-FFF2-40B4-BE49-F238E27FC236}">
                <a16:creationId xmlns:a16="http://schemas.microsoft.com/office/drawing/2014/main" id="{4C71A037-BBFD-4BF8-9FE6-EA9E2A0FBE54}"/>
              </a:ext>
            </a:extLst>
          </p:cNvPr>
          <p:cNvSpPr>
            <a:spLocks noGrp="1"/>
          </p:cNvSpPr>
          <p:nvPr/>
        </p:nvSpPr>
        <p:spPr>
          <a:xfrm>
            <a:off x="8705850" y="2581275"/>
            <a:ext cx="2686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 b="1">
                <a:solidFill>
                  <a:srgbClr val="BBD0E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BD0E4"/>
                </a:solidFill>
                <a:latin typeface="Aptos"/>
                <a:ea typeface="Aptos"/>
                <a:cs typeface="Aptos"/>
              </a:rPr>
              <a:t>MAIOR IMPORTÂNCIA</a:t>
            </a:r>
          </a:p>
        </p:txBody>
      </p:sp>
      <p:sp>
        <p:nvSpPr>
          <p:cNvPr id="9" name="22,8%">
            <a:extLst>
              <a:ext uri="{FF2B5EF4-FFF2-40B4-BE49-F238E27FC236}">
                <a16:creationId xmlns:a16="http://schemas.microsoft.com/office/drawing/2014/main" id="{1D9F5122-F9DE-46EE-9193-F29292CE823B}"/>
              </a:ext>
            </a:extLst>
          </p:cNvPr>
          <p:cNvSpPr>
            <a:spLocks noGrp="1"/>
          </p:cNvSpPr>
          <p:nvPr/>
        </p:nvSpPr>
        <p:spPr>
          <a:xfrm>
            <a:off x="8705850" y="3038475"/>
            <a:ext cx="26860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22,8%</a:t>
            </a:r>
          </a:p>
        </p:txBody>
      </p:sp>
      <p:sp>
        <p:nvSpPr>
          <p:cNvPr id="10" name="Índice de desenvolvimento&#10;da cidade">
            <a:extLst>
              <a:ext uri="{FF2B5EF4-FFF2-40B4-BE49-F238E27FC236}">
                <a16:creationId xmlns:a16="http://schemas.microsoft.com/office/drawing/2014/main" id="{C6DC14E6-AB04-4E83-8D45-04F36CDAD61E}"/>
              </a:ext>
            </a:extLst>
          </p:cNvPr>
          <p:cNvSpPr>
            <a:spLocks noGrp="1"/>
          </p:cNvSpPr>
          <p:nvPr/>
        </p:nvSpPr>
        <p:spPr>
          <a:xfrm>
            <a:off x="8705850" y="3829050"/>
            <a:ext cx="26860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Índice</a:t>
            </a:r>
            <a:r>
              <a:rPr sz="1875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de </a:t>
            </a:r>
            <a:r>
              <a:rPr sz="1875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desenvolvimento</a:t>
            </a:r>
            <a:endParaRPr sz="1875" b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 </a:t>
            </a:r>
            <a:r>
              <a:rPr sz="1875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cidade</a:t>
            </a:r>
            <a:endParaRPr sz="1875" b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Importância não indica&#10;direção nem causa">
            <a:extLst>
              <a:ext uri="{FF2B5EF4-FFF2-40B4-BE49-F238E27FC236}">
                <a16:creationId xmlns:a16="http://schemas.microsoft.com/office/drawing/2014/main" id="{B457A46C-E1AF-4F32-9D82-EE28AE77764E}"/>
              </a:ext>
            </a:extLst>
          </p:cNvPr>
          <p:cNvSpPr>
            <a:spLocks noGrp="1"/>
          </p:cNvSpPr>
          <p:nvPr/>
        </p:nvSpPr>
        <p:spPr>
          <a:xfrm>
            <a:off x="8639175" y="5038725"/>
            <a:ext cx="28194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Importância não indica</a:t>
            </a:r>
          </a:p>
          <a:p>
            <a: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direção nem causalidade.</a:t>
            </a:r>
          </a:p>
        </p:txBody>
      </p:sp>
      <p:sp>
        <p:nvSpPr>
          <p:cNvPr id="12" name="Notebook 05 · Tabela de importância expo">
            <a:extLst>
              <a:ext uri="{FF2B5EF4-FFF2-40B4-BE49-F238E27FC236}">
                <a16:creationId xmlns:a16="http://schemas.microsoft.com/office/drawing/2014/main" id="{A5A6DBA5-AA5D-4043-94A9-F1A05576295F}"/>
              </a:ext>
            </a:extLst>
          </p:cNvPr>
          <p:cNvSpPr>
            <a:spLocks noGrp="1"/>
          </p:cNvSpPr>
          <p:nvPr/>
        </p:nvSpPr>
        <p:spPr>
          <a:xfrm>
            <a:off x="533400" y="6000750"/>
            <a:ext cx="11125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lang="en-US" sz="112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Notebook 05 · </a:t>
            </a:r>
            <a:r>
              <a:rPr sz="1125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Tabela</a:t>
            </a:r>
            <a:r>
              <a:rPr sz="112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de </a:t>
            </a:r>
            <a:r>
              <a:rPr sz="1125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importância</a:t>
            </a:r>
            <a:r>
              <a:rPr sz="112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exportada</a:t>
            </a:r>
            <a:r>
              <a:rPr sz="112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· “</a:t>
            </a:r>
            <a:r>
              <a:rPr sz="1125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Desconhecido</a:t>
            </a:r>
            <a:r>
              <a:rPr sz="112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” </a:t>
            </a:r>
            <a:r>
              <a:rPr sz="1125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representa</a:t>
            </a:r>
            <a:r>
              <a:rPr sz="112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informação</a:t>
            </a:r>
            <a:r>
              <a:rPr sz="112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em</a:t>
            </a:r>
            <a:r>
              <a:rPr sz="112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falta</a:t>
            </a:r>
            <a:r>
              <a:rPr sz="112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9764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4D326EBB-F390-48EB-BF86-E5FCE2B3946D}"/>
              </a:ext>
            </a:extLst>
          </p:cNvPr>
          <p:cNvSpPr>
            <a:spLocks noGrp="1"/>
          </p:cNvSpPr>
          <p:nvPr/>
        </p:nvSpPr>
        <p:spPr>
          <a:xfrm>
            <a:off x="533400" y="617855"/>
            <a:ext cx="11125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000" b="1">
                <a:solidFill>
                  <a:srgbClr val="142D49"/>
                </a:solidFill>
              </a:defRPr>
            </a:defPPr>
            <a:lvl1pPr algn="l">
              <a:defRPr sz="3000" b="1">
                <a:solidFill>
                  <a:srgbClr val="142D49"/>
                </a:solidFill>
              </a:defRPr>
            </a:lvl1pPr>
            <a:lvl2pPr algn="l">
              <a:defRPr sz="3000" b="1">
                <a:solidFill>
                  <a:srgbClr val="142D49"/>
                </a:solidFill>
              </a:defRPr>
            </a:lvl2pPr>
            <a:lvl3pPr algn="l">
              <a:defRPr sz="3000" b="1">
                <a:solidFill>
                  <a:srgbClr val="142D49"/>
                </a:solidFill>
              </a:defRPr>
            </a:lvl3pPr>
            <a:lvl4pPr algn="l">
              <a:defRPr sz="3000" b="1">
                <a:solidFill>
                  <a:srgbClr val="142D49"/>
                </a:solidFill>
              </a:defRPr>
            </a:lvl4pPr>
            <a:lvl5pPr algn="l">
              <a:defRPr sz="3000" b="1">
                <a:solidFill>
                  <a:srgbClr val="142D49"/>
                </a:solidFill>
              </a:defRPr>
            </a:lvl5pPr>
            <a:lvl6pPr algn="l">
              <a:defRPr sz="3000" b="1">
                <a:solidFill>
                  <a:srgbClr val="142D49"/>
                </a:solidFill>
              </a:defRPr>
            </a:lvl6pPr>
            <a:lvl7pPr algn="l">
              <a:defRPr sz="3000" b="1">
                <a:solidFill>
                  <a:srgbClr val="142D49"/>
                </a:solidFill>
              </a:defRPr>
            </a:lvl7pPr>
            <a:lvl8pPr algn="l">
              <a:defRPr sz="3000" b="1">
                <a:solidFill>
                  <a:srgbClr val="142D49"/>
                </a:solidFill>
              </a:defRPr>
            </a:lvl8pPr>
            <a:lvl9pPr algn="l">
              <a:defRPr sz="3000" b="1">
                <a:solidFill>
                  <a:srgbClr val="142D49"/>
                </a:solidFill>
              </a:defRPr>
            </a:lvl9pPr>
          </a:lstStyle>
          <a:p>
            <a:pPr algn="l">
              <a:defRPr sz="3000" b="1">
                <a:solidFill>
                  <a:srgbClr val="142D49"/>
                </a:solidFill>
              </a:defRPr>
            </a:pPr>
            <a:r>
              <a:rPr lang="pt-PT" sz="3000" b="1" dirty="0">
                <a:solidFill>
                  <a:srgbClr val="142D49"/>
                </a:solidFill>
              </a:rPr>
              <a:t>Risco de </a:t>
            </a:r>
            <a:r>
              <a:rPr lang="pt-PT" sz="3000" b="1" dirty="0" err="1">
                <a:solidFill>
                  <a:srgbClr val="142D49"/>
                </a:solidFill>
              </a:rPr>
              <a:t>Overfitting</a:t>
            </a:r>
            <a:endParaRPr sz="3000" b="1" dirty="0">
              <a:solidFill>
                <a:srgbClr val="142D49"/>
              </a:solidFill>
            </a:endParaRPr>
          </a:p>
        </p:txBody>
      </p:sp>
      <p:sp>
        <p:nvSpPr>
          <p:cNvPr id="3" name="Subtítulo">
            <a:extLst>
              <a:ext uri="{FF2B5EF4-FFF2-40B4-BE49-F238E27FC236}">
                <a16:creationId xmlns:a16="http://schemas.microsoft.com/office/drawing/2014/main" id="{7C6C19C3-6BE8-4B68-B9D2-59237153DD5D}"/>
              </a:ext>
            </a:extLst>
          </p:cNvPr>
          <p:cNvSpPr>
            <a:spLocks noGrp="1"/>
          </p:cNvSpPr>
          <p:nvPr/>
        </p:nvSpPr>
        <p:spPr>
          <a:xfrm>
            <a:off x="533400" y="1179830"/>
            <a:ext cx="11125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0">
                <a:solidFill>
                  <a:srgbClr val="5B7087"/>
                </a:solidFill>
              </a:defRPr>
            </a:defPPr>
            <a:lvl1pPr algn="l">
              <a:defRPr sz="1575" b="0">
                <a:solidFill>
                  <a:srgbClr val="5B7087"/>
                </a:solidFill>
              </a:defRPr>
            </a:lvl1pPr>
            <a:lvl2pPr algn="l">
              <a:defRPr sz="1575" b="0">
                <a:solidFill>
                  <a:srgbClr val="5B7087"/>
                </a:solidFill>
              </a:defRPr>
            </a:lvl2pPr>
            <a:lvl3pPr algn="l">
              <a:defRPr sz="1575" b="0">
                <a:solidFill>
                  <a:srgbClr val="5B7087"/>
                </a:solidFill>
              </a:defRPr>
            </a:lvl3pPr>
            <a:lvl4pPr algn="l">
              <a:defRPr sz="1575" b="0">
                <a:solidFill>
                  <a:srgbClr val="5B7087"/>
                </a:solidFill>
              </a:defRPr>
            </a:lvl4pPr>
            <a:lvl5pPr algn="l">
              <a:defRPr sz="1575" b="0">
                <a:solidFill>
                  <a:srgbClr val="5B7087"/>
                </a:solidFill>
              </a:defRPr>
            </a:lvl5pPr>
            <a:lvl6pPr algn="l">
              <a:defRPr sz="1575" b="0">
                <a:solidFill>
                  <a:srgbClr val="5B7087"/>
                </a:solidFill>
              </a:defRPr>
            </a:lvl6pPr>
            <a:lvl7pPr algn="l">
              <a:defRPr sz="1575" b="0">
                <a:solidFill>
                  <a:srgbClr val="5B7087"/>
                </a:solidFill>
              </a:defRPr>
            </a:lvl7pPr>
            <a:lvl8pPr algn="l">
              <a:defRPr sz="1575" b="0">
                <a:solidFill>
                  <a:srgbClr val="5B7087"/>
                </a:solidFill>
              </a:defRPr>
            </a:lvl8pPr>
            <a:lvl9pPr algn="l">
              <a:defRPr sz="1575" b="0">
                <a:solidFill>
                  <a:srgbClr val="5B7087"/>
                </a:solidFill>
              </a:defRPr>
            </a:lvl9pPr>
          </a:lstStyle>
          <a:p>
            <a:pPr algn="l">
              <a:defRPr sz="1575" b="0">
                <a:solidFill>
                  <a:srgbClr val="5B7087"/>
                </a:solidFill>
              </a:defRPr>
            </a:pPr>
            <a:r>
              <a:rPr sz="1575" b="0" dirty="0">
                <a:solidFill>
                  <a:srgbClr val="5B7087"/>
                </a:solidFill>
              </a:rPr>
              <a:t>O F1 </a:t>
            </a:r>
            <a:r>
              <a:rPr sz="1575" b="0" dirty="0" err="1">
                <a:solidFill>
                  <a:srgbClr val="5B7087"/>
                </a:solidFill>
              </a:rPr>
              <a:t>mantém</a:t>
            </a:r>
            <a:r>
              <a:rPr sz="1575" b="0" dirty="0">
                <a:solidFill>
                  <a:srgbClr val="5B7087"/>
                </a:solidFill>
              </a:rPr>
              <a:t>-se </a:t>
            </a:r>
            <a:r>
              <a:rPr sz="1575" b="0" dirty="0" err="1">
                <a:solidFill>
                  <a:srgbClr val="5B7087"/>
                </a:solidFill>
              </a:rPr>
              <a:t>próximo</a:t>
            </a:r>
            <a:r>
              <a:rPr sz="1575" b="0" dirty="0">
                <a:solidFill>
                  <a:srgbClr val="5B7087"/>
                </a:solidFill>
              </a:rPr>
              <a:t> no </a:t>
            </a:r>
            <a:r>
              <a:rPr sz="1575" b="0" dirty="0" err="1">
                <a:solidFill>
                  <a:srgbClr val="5B7087"/>
                </a:solidFill>
              </a:rPr>
              <a:t>treino</a:t>
            </a:r>
            <a:r>
              <a:rPr sz="1575" b="0" dirty="0">
                <a:solidFill>
                  <a:srgbClr val="5B7087"/>
                </a:solidFill>
              </a:rPr>
              <a:t>, </a:t>
            </a:r>
            <a:r>
              <a:rPr sz="1575" b="0" dirty="0" err="1">
                <a:solidFill>
                  <a:srgbClr val="5B7087"/>
                </a:solidFill>
              </a:rPr>
              <a:t>na</a:t>
            </a:r>
            <a:r>
              <a:rPr sz="1575" b="0" dirty="0">
                <a:solidFill>
                  <a:srgbClr val="5B7087"/>
                </a:solidFill>
              </a:rPr>
              <a:t> </a:t>
            </a:r>
            <a:r>
              <a:rPr sz="1575" b="0" dirty="0" err="1">
                <a:solidFill>
                  <a:srgbClr val="5B7087"/>
                </a:solidFill>
              </a:rPr>
              <a:t>validação</a:t>
            </a:r>
            <a:r>
              <a:rPr sz="1575" b="0" dirty="0">
                <a:solidFill>
                  <a:srgbClr val="5B7087"/>
                </a:solidFill>
              </a:rPr>
              <a:t> </a:t>
            </a:r>
            <a:r>
              <a:rPr sz="1575" b="0" dirty="0" err="1">
                <a:solidFill>
                  <a:srgbClr val="5B7087"/>
                </a:solidFill>
              </a:rPr>
              <a:t>cruzada</a:t>
            </a:r>
            <a:r>
              <a:rPr sz="1575" b="0" dirty="0">
                <a:solidFill>
                  <a:srgbClr val="5B7087"/>
                </a:solidFill>
              </a:rPr>
              <a:t> e no teste.</a:t>
            </a:r>
          </a:p>
        </p:txBody>
      </p:sp>
      <p:sp>
        <p:nvSpPr>
          <p:cNvPr id="4" name="Caixa F1 NO TREINO">
            <a:extLst>
              <a:ext uri="{FF2B5EF4-FFF2-40B4-BE49-F238E27FC236}">
                <a16:creationId xmlns:a16="http://schemas.microsoft.com/office/drawing/2014/main" id="{216FD415-A513-4B26-8687-BE2FD56795C4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35814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Rótulo F1 NO TREINO">
            <a:extLst>
              <a:ext uri="{FF2B5EF4-FFF2-40B4-BE49-F238E27FC236}">
                <a16:creationId xmlns:a16="http://schemas.microsoft.com/office/drawing/2014/main" id="{ABA6FCD6-94B0-4BF1-BF87-E50EF8648AAD}"/>
              </a:ext>
            </a:extLst>
          </p:cNvPr>
          <p:cNvSpPr>
            <a:spLocks noGrp="1"/>
          </p:cNvSpPr>
          <p:nvPr/>
        </p:nvSpPr>
        <p:spPr>
          <a:xfrm>
            <a:off x="742950" y="1885950"/>
            <a:ext cx="3162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5B7087"/>
                </a:solidFill>
              </a:defRPr>
            </a:defPPr>
            <a:lvl1pPr algn="l">
              <a:defRPr sz="1050" b="1">
                <a:solidFill>
                  <a:srgbClr val="5B7087"/>
                </a:solidFill>
              </a:defRPr>
            </a:lvl1pPr>
            <a:lvl2pPr algn="l">
              <a:defRPr sz="1050" b="1">
                <a:solidFill>
                  <a:srgbClr val="5B7087"/>
                </a:solidFill>
              </a:defRPr>
            </a:lvl2pPr>
            <a:lvl3pPr algn="l">
              <a:defRPr sz="1050" b="1">
                <a:solidFill>
                  <a:srgbClr val="5B7087"/>
                </a:solidFill>
              </a:defRPr>
            </a:lvl3pPr>
            <a:lvl4pPr algn="l">
              <a:defRPr sz="1050" b="1">
                <a:solidFill>
                  <a:srgbClr val="5B7087"/>
                </a:solidFill>
              </a:defRPr>
            </a:lvl4pPr>
            <a:lvl5pPr algn="l">
              <a:defRPr sz="1050" b="1">
                <a:solidFill>
                  <a:srgbClr val="5B7087"/>
                </a:solidFill>
              </a:defRPr>
            </a:lvl5pPr>
            <a:lvl6pPr algn="l">
              <a:defRPr sz="1050" b="1">
                <a:solidFill>
                  <a:srgbClr val="5B7087"/>
                </a:solidFill>
              </a:defRPr>
            </a:lvl6pPr>
            <a:lvl7pPr algn="l">
              <a:defRPr sz="1050" b="1">
                <a:solidFill>
                  <a:srgbClr val="5B7087"/>
                </a:solidFill>
              </a:defRPr>
            </a:lvl7pPr>
            <a:lvl8pPr algn="l">
              <a:defRPr sz="1050" b="1">
                <a:solidFill>
                  <a:srgbClr val="5B7087"/>
                </a:solidFill>
              </a:defRPr>
            </a:lvl8pPr>
            <a:lvl9pPr algn="l">
              <a:defRPr sz="1050" b="1">
                <a:solidFill>
                  <a:srgbClr val="5B7087"/>
                </a:solidFill>
              </a:defRPr>
            </a:lvl9pPr>
          </a:lstStyle>
          <a:p>
            <a:pPr algn="l">
              <a:defRPr sz="1050" b="1">
                <a:solidFill>
                  <a:srgbClr val="5B7087"/>
                </a:solidFill>
              </a:defRPr>
            </a:pPr>
            <a:r>
              <a:rPr sz="1050" b="1">
                <a:solidFill>
                  <a:srgbClr val="5B7087"/>
                </a:solidFill>
              </a:rPr>
              <a:t>F1 NO TREINO</a:t>
            </a:r>
          </a:p>
        </p:txBody>
      </p:sp>
      <p:sp>
        <p:nvSpPr>
          <p:cNvPr id="6" name="Valor F1 NO TREINO">
            <a:extLst>
              <a:ext uri="{FF2B5EF4-FFF2-40B4-BE49-F238E27FC236}">
                <a16:creationId xmlns:a16="http://schemas.microsoft.com/office/drawing/2014/main" id="{6A9E3054-B8AA-4015-A3CC-FCECB83FEA96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3162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850" b="1">
                <a:solidFill>
                  <a:srgbClr val="3567A0"/>
                </a:solidFill>
              </a:defRPr>
            </a:defPPr>
            <a:lvl1pPr algn="l">
              <a:defRPr sz="2850" b="1">
                <a:solidFill>
                  <a:srgbClr val="3567A0"/>
                </a:solidFill>
              </a:defRPr>
            </a:lvl1pPr>
            <a:lvl2pPr algn="l">
              <a:defRPr sz="2850" b="1">
                <a:solidFill>
                  <a:srgbClr val="3567A0"/>
                </a:solidFill>
              </a:defRPr>
            </a:lvl2pPr>
            <a:lvl3pPr algn="l">
              <a:defRPr sz="2850" b="1">
                <a:solidFill>
                  <a:srgbClr val="3567A0"/>
                </a:solidFill>
              </a:defRPr>
            </a:lvl3pPr>
            <a:lvl4pPr algn="l">
              <a:defRPr sz="2850" b="1">
                <a:solidFill>
                  <a:srgbClr val="3567A0"/>
                </a:solidFill>
              </a:defRPr>
            </a:lvl4pPr>
            <a:lvl5pPr algn="l">
              <a:defRPr sz="2850" b="1">
                <a:solidFill>
                  <a:srgbClr val="3567A0"/>
                </a:solidFill>
              </a:defRPr>
            </a:lvl5pPr>
            <a:lvl6pPr algn="l">
              <a:defRPr sz="2850" b="1">
                <a:solidFill>
                  <a:srgbClr val="3567A0"/>
                </a:solidFill>
              </a:defRPr>
            </a:lvl6pPr>
            <a:lvl7pPr algn="l">
              <a:defRPr sz="2850" b="1">
                <a:solidFill>
                  <a:srgbClr val="3567A0"/>
                </a:solidFill>
              </a:defRPr>
            </a:lvl7pPr>
            <a:lvl8pPr algn="l">
              <a:defRPr sz="2850" b="1">
                <a:solidFill>
                  <a:srgbClr val="3567A0"/>
                </a:solidFill>
              </a:defRPr>
            </a:lvl8pPr>
            <a:lvl9pPr algn="l">
              <a:defRPr sz="2850" b="1">
                <a:solidFill>
                  <a:srgbClr val="3567A0"/>
                </a:solidFill>
              </a:defRPr>
            </a:lvl9pPr>
          </a:lstStyle>
          <a:p>
            <a:pPr algn="l">
              <a:defRPr sz="2850" b="1">
                <a:solidFill>
                  <a:srgbClr val="3567A0"/>
                </a:solidFill>
              </a:defRPr>
            </a:pPr>
            <a:r>
              <a:rPr sz="2850" b="1">
                <a:solidFill>
                  <a:srgbClr val="3567A0"/>
                </a:solidFill>
              </a:rPr>
              <a:t>62,4%</a:t>
            </a:r>
          </a:p>
        </p:txBody>
      </p:sp>
      <p:sp>
        <p:nvSpPr>
          <p:cNvPr id="7" name="Caixa F1 NA VALIDAÇÃO CRUZADA">
            <a:extLst>
              <a:ext uri="{FF2B5EF4-FFF2-40B4-BE49-F238E27FC236}">
                <a16:creationId xmlns:a16="http://schemas.microsoft.com/office/drawing/2014/main" id="{676ADC80-1CAC-44A4-82FF-BB81D1790B29}"/>
              </a:ext>
            </a:extLst>
          </p:cNvPr>
          <p:cNvSpPr>
            <a:spLocks noGrp="1"/>
          </p:cNvSpPr>
          <p:nvPr/>
        </p:nvSpPr>
        <p:spPr>
          <a:xfrm>
            <a:off x="4305300" y="1752600"/>
            <a:ext cx="35814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Rótulo F1 NA VALIDAÇÃO CRUZADA">
            <a:extLst>
              <a:ext uri="{FF2B5EF4-FFF2-40B4-BE49-F238E27FC236}">
                <a16:creationId xmlns:a16="http://schemas.microsoft.com/office/drawing/2014/main" id="{472A697D-2615-482B-8083-D20E75CE1A53}"/>
              </a:ext>
            </a:extLst>
          </p:cNvPr>
          <p:cNvSpPr>
            <a:spLocks noGrp="1"/>
          </p:cNvSpPr>
          <p:nvPr/>
        </p:nvSpPr>
        <p:spPr>
          <a:xfrm>
            <a:off x="4514850" y="1885950"/>
            <a:ext cx="3162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5B7087"/>
                </a:solidFill>
              </a:defRPr>
            </a:defPPr>
            <a:lvl1pPr algn="l">
              <a:defRPr sz="1050" b="1">
                <a:solidFill>
                  <a:srgbClr val="5B7087"/>
                </a:solidFill>
              </a:defRPr>
            </a:lvl1pPr>
            <a:lvl2pPr algn="l">
              <a:defRPr sz="1050" b="1">
                <a:solidFill>
                  <a:srgbClr val="5B7087"/>
                </a:solidFill>
              </a:defRPr>
            </a:lvl2pPr>
            <a:lvl3pPr algn="l">
              <a:defRPr sz="1050" b="1">
                <a:solidFill>
                  <a:srgbClr val="5B7087"/>
                </a:solidFill>
              </a:defRPr>
            </a:lvl3pPr>
            <a:lvl4pPr algn="l">
              <a:defRPr sz="1050" b="1">
                <a:solidFill>
                  <a:srgbClr val="5B7087"/>
                </a:solidFill>
              </a:defRPr>
            </a:lvl4pPr>
            <a:lvl5pPr algn="l">
              <a:defRPr sz="1050" b="1">
                <a:solidFill>
                  <a:srgbClr val="5B7087"/>
                </a:solidFill>
              </a:defRPr>
            </a:lvl5pPr>
            <a:lvl6pPr algn="l">
              <a:defRPr sz="1050" b="1">
                <a:solidFill>
                  <a:srgbClr val="5B7087"/>
                </a:solidFill>
              </a:defRPr>
            </a:lvl6pPr>
            <a:lvl7pPr algn="l">
              <a:defRPr sz="1050" b="1">
                <a:solidFill>
                  <a:srgbClr val="5B7087"/>
                </a:solidFill>
              </a:defRPr>
            </a:lvl7pPr>
            <a:lvl8pPr algn="l">
              <a:defRPr sz="1050" b="1">
                <a:solidFill>
                  <a:srgbClr val="5B7087"/>
                </a:solidFill>
              </a:defRPr>
            </a:lvl8pPr>
            <a:lvl9pPr algn="l">
              <a:defRPr sz="1050" b="1">
                <a:solidFill>
                  <a:srgbClr val="5B7087"/>
                </a:solidFill>
              </a:defRPr>
            </a:lvl9pPr>
          </a:lstStyle>
          <a:p>
            <a:pPr algn="l">
              <a:defRPr sz="1050" b="1">
                <a:solidFill>
                  <a:srgbClr val="5B7087"/>
                </a:solidFill>
              </a:defRPr>
            </a:pPr>
            <a:r>
              <a:rPr sz="1050" b="1">
                <a:solidFill>
                  <a:srgbClr val="5B7087"/>
                </a:solidFill>
              </a:rPr>
              <a:t>F1 NA VALIDAÇÃO CRUZADA</a:t>
            </a:r>
          </a:p>
        </p:txBody>
      </p:sp>
      <p:sp>
        <p:nvSpPr>
          <p:cNvPr id="9" name="Valor F1 NA VALIDAÇÃO CRUZADA">
            <a:extLst>
              <a:ext uri="{FF2B5EF4-FFF2-40B4-BE49-F238E27FC236}">
                <a16:creationId xmlns:a16="http://schemas.microsoft.com/office/drawing/2014/main" id="{0F015E3C-5B25-4E5A-94AE-695746810299}"/>
              </a:ext>
            </a:extLst>
          </p:cNvPr>
          <p:cNvSpPr>
            <a:spLocks noGrp="1"/>
          </p:cNvSpPr>
          <p:nvPr/>
        </p:nvSpPr>
        <p:spPr>
          <a:xfrm>
            <a:off x="4514850" y="2114550"/>
            <a:ext cx="3162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850" b="1">
                <a:solidFill>
                  <a:srgbClr val="6E94C5"/>
                </a:solidFill>
              </a:defRPr>
            </a:defPPr>
            <a:lvl1pPr algn="l">
              <a:defRPr sz="2850" b="1">
                <a:solidFill>
                  <a:srgbClr val="6E94C5"/>
                </a:solidFill>
              </a:defRPr>
            </a:lvl1pPr>
            <a:lvl2pPr algn="l">
              <a:defRPr sz="2850" b="1">
                <a:solidFill>
                  <a:srgbClr val="6E94C5"/>
                </a:solidFill>
              </a:defRPr>
            </a:lvl2pPr>
            <a:lvl3pPr algn="l">
              <a:defRPr sz="2850" b="1">
                <a:solidFill>
                  <a:srgbClr val="6E94C5"/>
                </a:solidFill>
              </a:defRPr>
            </a:lvl3pPr>
            <a:lvl4pPr algn="l">
              <a:defRPr sz="2850" b="1">
                <a:solidFill>
                  <a:srgbClr val="6E94C5"/>
                </a:solidFill>
              </a:defRPr>
            </a:lvl4pPr>
            <a:lvl5pPr algn="l">
              <a:defRPr sz="2850" b="1">
                <a:solidFill>
                  <a:srgbClr val="6E94C5"/>
                </a:solidFill>
              </a:defRPr>
            </a:lvl5pPr>
            <a:lvl6pPr algn="l">
              <a:defRPr sz="2850" b="1">
                <a:solidFill>
                  <a:srgbClr val="6E94C5"/>
                </a:solidFill>
              </a:defRPr>
            </a:lvl6pPr>
            <a:lvl7pPr algn="l">
              <a:defRPr sz="2850" b="1">
                <a:solidFill>
                  <a:srgbClr val="6E94C5"/>
                </a:solidFill>
              </a:defRPr>
            </a:lvl7pPr>
            <a:lvl8pPr algn="l">
              <a:defRPr sz="2850" b="1">
                <a:solidFill>
                  <a:srgbClr val="6E94C5"/>
                </a:solidFill>
              </a:defRPr>
            </a:lvl8pPr>
            <a:lvl9pPr algn="l">
              <a:defRPr sz="2850" b="1">
                <a:solidFill>
                  <a:srgbClr val="6E94C5"/>
                </a:solidFill>
              </a:defRPr>
            </a:lvl9pPr>
          </a:lstStyle>
          <a:p>
            <a:pPr algn="l">
              <a:defRPr sz="2850" b="1">
                <a:solidFill>
                  <a:srgbClr val="6E94C5"/>
                </a:solidFill>
              </a:defRPr>
            </a:pPr>
            <a:r>
              <a:rPr sz="2850" b="1">
                <a:solidFill>
                  <a:srgbClr val="6E94C5"/>
                </a:solidFill>
              </a:rPr>
              <a:t>61,8%</a:t>
            </a:r>
          </a:p>
        </p:txBody>
      </p:sp>
      <p:sp>
        <p:nvSpPr>
          <p:cNvPr id="10" name="Caixa F1 NO TESTE">
            <a:extLst>
              <a:ext uri="{FF2B5EF4-FFF2-40B4-BE49-F238E27FC236}">
                <a16:creationId xmlns:a16="http://schemas.microsoft.com/office/drawing/2014/main" id="{465E4A1C-196B-454A-9A8C-2C9B688BEDB4}"/>
              </a:ext>
            </a:extLst>
          </p:cNvPr>
          <p:cNvSpPr>
            <a:spLocks noGrp="1"/>
          </p:cNvSpPr>
          <p:nvPr/>
        </p:nvSpPr>
        <p:spPr>
          <a:xfrm>
            <a:off x="8077200" y="1752600"/>
            <a:ext cx="35814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Rótulo F1 NO TESTE">
            <a:extLst>
              <a:ext uri="{FF2B5EF4-FFF2-40B4-BE49-F238E27FC236}">
                <a16:creationId xmlns:a16="http://schemas.microsoft.com/office/drawing/2014/main" id="{685A777B-3CEF-42CA-B23C-F439E55AD069}"/>
              </a:ext>
            </a:extLst>
          </p:cNvPr>
          <p:cNvSpPr>
            <a:spLocks noGrp="1"/>
          </p:cNvSpPr>
          <p:nvPr/>
        </p:nvSpPr>
        <p:spPr>
          <a:xfrm>
            <a:off x="8286750" y="1885950"/>
            <a:ext cx="3162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5B7087"/>
                </a:solidFill>
              </a:defRPr>
            </a:defPPr>
            <a:lvl1pPr algn="l">
              <a:defRPr sz="1050" b="1">
                <a:solidFill>
                  <a:srgbClr val="5B7087"/>
                </a:solidFill>
              </a:defRPr>
            </a:lvl1pPr>
            <a:lvl2pPr algn="l">
              <a:defRPr sz="1050" b="1">
                <a:solidFill>
                  <a:srgbClr val="5B7087"/>
                </a:solidFill>
              </a:defRPr>
            </a:lvl2pPr>
            <a:lvl3pPr algn="l">
              <a:defRPr sz="1050" b="1">
                <a:solidFill>
                  <a:srgbClr val="5B7087"/>
                </a:solidFill>
              </a:defRPr>
            </a:lvl3pPr>
            <a:lvl4pPr algn="l">
              <a:defRPr sz="1050" b="1">
                <a:solidFill>
                  <a:srgbClr val="5B7087"/>
                </a:solidFill>
              </a:defRPr>
            </a:lvl4pPr>
            <a:lvl5pPr algn="l">
              <a:defRPr sz="1050" b="1">
                <a:solidFill>
                  <a:srgbClr val="5B7087"/>
                </a:solidFill>
              </a:defRPr>
            </a:lvl5pPr>
            <a:lvl6pPr algn="l">
              <a:defRPr sz="1050" b="1">
                <a:solidFill>
                  <a:srgbClr val="5B7087"/>
                </a:solidFill>
              </a:defRPr>
            </a:lvl6pPr>
            <a:lvl7pPr algn="l">
              <a:defRPr sz="1050" b="1">
                <a:solidFill>
                  <a:srgbClr val="5B7087"/>
                </a:solidFill>
              </a:defRPr>
            </a:lvl7pPr>
            <a:lvl8pPr algn="l">
              <a:defRPr sz="1050" b="1">
                <a:solidFill>
                  <a:srgbClr val="5B7087"/>
                </a:solidFill>
              </a:defRPr>
            </a:lvl8pPr>
            <a:lvl9pPr algn="l">
              <a:defRPr sz="1050" b="1">
                <a:solidFill>
                  <a:srgbClr val="5B7087"/>
                </a:solidFill>
              </a:defRPr>
            </a:lvl9pPr>
          </a:lstStyle>
          <a:p>
            <a:pPr algn="l">
              <a:defRPr sz="1050" b="1">
                <a:solidFill>
                  <a:srgbClr val="5B7087"/>
                </a:solidFill>
              </a:defRPr>
            </a:pPr>
            <a:r>
              <a:rPr sz="1050" b="1">
                <a:solidFill>
                  <a:srgbClr val="5B7087"/>
                </a:solidFill>
              </a:rPr>
              <a:t>F1 NO TESTE</a:t>
            </a:r>
          </a:p>
        </p:txBody>
      </p:sp>
      <p:sp>
        <p:nvSpPr>
          <p:cNvPr id="12" name="Valor F1 NO TESTE">
            <a:extLst>
              <a:ext uri="{FF2B5EF4-FFF2-40B4-BE49-F238E27FC236}">
                <a16:creationId xmlns:a16="http://schemas.microsoft.com/office/drawing/2014/main" id="{5DD45FA0-3D62-40CE-86F6-D8366AFF23CE}"/>
              </a:ext>
            </a:extLst>
          </p:cNvPr>
          <p:cNvSpPr>
            <a:spLocks noGrp="1"/>
          </p:cNvSpPr>
          <p:nvPr/>
        </p:nvSpPr>
        <p:spPr>
          <a:xfrm>
            <a:off x="8286750" y="2114550"/>
            <a:ext cx="3162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850" b="1">
                <a:solidFill>
                  <a:srgbClr val="DB8439"/>
                </a:solidFill>
              </a:defRPr>
            </a:defPPr>
            <a:lvl1pPr algn="l">
              <a:defRPr sz="2850" b="1">
                <a:solidFill>
                  <a:srgbClr val="DB8439"/>
                </a:solidFill>
              </a:defRPr>
            </a:lvl1pPr>
            <a:lvl2pPr algn="l">
              <a:defRPr sz="2850" b="1">
                <a:solidFill>
                  <a:srgbClr val="DB8439"/>
                </a:solidFill>
              </a:defRPr>
            </a:lvl2pPr>
            <a:lvl3pPr algn="l">
              <a:defRPr sz="2850" b="1">
                <a:solidFill>
                  <a:srgbClr val="DB8439"/>
                </a:solidFill>
              </a:defRPr>
            </a:lvl3pPr>
            <a:lvl4pPr algn="l">
              <a:defRPr sz="2850" b="1">
                <a:solidFill>
                  <a:srgbClr val="DB8439"/>
                </a:solidFill>
              </a:defRPr>
            </a:lvl4pPr>
            <a:lvl5pPr algn="l">
              <a:defRPr sz="2850" b="1">
                <a:solidFill>
                  <a:srgbClr val="DB8439"/>
                </a:solidFill>
              </a:defRPr>
            </a:lvl5pPr>
            <a:lvl6pPr algn="l">
              <a:defRPr sz="2850" b="1">
                <a:solidFill>
                  <a:srgbClr val="DB8439"/>
                </a:solidFill>
              </a:defRPr>
            </a:lvl6pPr>
            <a:lvl7pPr algn="l">
              <a:defRPr sz="2850" b="1">
                <a:solidFill>
                  <a:srgbClr val="DB8439"/>
                </a:solidFill>
              </a:defRPr>
            </a:lvl7pPr>
            <a:lvl8pPr algn="l">
              <a:defRPr sz="2850" b="1">
                <a:solidFill>
                  <a:srgbClr val="DB8439"/>
                </a:solidFill>
              </a:defRPr>
            </a:lvl8pPr>
            <a:lvl9pPr algn="l">
              <a:defRPr sz="2850" b="1">
                <a:solidFill>
                  <a:srgbClr val="DB8439"/>
                </a:solidFill>
              </a:defRPr>
            </a:lvl9pPr>
          </a:lstStyle>
          <a:p>
            <a:pPr algn="l">
              <a:defRPr sz="2850" b="1">
                <a:solidFill>
                  <a:srgbClr val="DB8439"/>
                </a:solidFill>
              </a:defRPr>
            </a:pPr>
            <a:r>
              <a:rPr sz="2850" b="1">
                <a:solidFill>
                  <a:srgbClr val="DB8439"/>
                </a:solidFill>
              </a:rPr>
              <a:t>60,5%</a:t>
            </a:r>
          </a:p>
        </p:txBody>
      </p:sp>
      <p:sp>
        <p:nvSpPr>
          <p:cNvPr id="13" name="Título do gráfico">
            <a:extLst>
              <a:ext uri="{FF2B5EF4-FFF2-40B4-BE49-F238E27FC236}">
                <a16:creationId xmlns:a16="http://schemas.microsoft.com/office/drawing/2014/main" id="{8CC238E0-5C29-411C-9C45-EA23453EB106}"/>
              </a:ext>
            </a:extLst>
          </p:cNvPr>
          <p:cNvSpPr>
            <a:spLocks noGrp="1"/>
          </p:cNvSpPr>
          <p:nvPr/>
        </p:nvSpPr>
        <p:spPr>
          <a:xfrm>
            <a:off x="533400" y="3095625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42D49"/>
                </a:solidFill>
              </a:defRPr>
            </a:defPPr>
            <a:lvl1pPr algn="l">
              <a:defRPr sz="1425" b="1">
                <a:solidFill>
                  <a:srgbClr val="142D49"/>
                </a:solidFill>
              </a:defRPr>
            </a:lvl1pPr>
            <a:lvl2pPr algn="l">
              <a:defRPr sz="1425" b="1">
                <a:solidFill>
                  <a:srgbClr val="142D49"/>
                </a:solidFill>
              </a:defRPr>
            </a:lvl2pPr>
            <a:lvl3pPr algn="l">
              <a:defRPr sz="1425" b="1">
                <a:solidFill>
                  <a:srgbClr val="142D49"/>
                </a:solidFill>
              </a:defRPr>
            </a:lvl3pPr>
            <a:lvl4pPr algn="l">
              <a:defRPr sz="1425" b="1">
                <a:solidFill>
                  <a:srgbClr val="142D49"/>
                </a:solidFill>
              </a:defRPr>
            </a:lvl4pPr>
            <a:lvl5pPr algn="l">
              <a:defRPr sz="1425" b="1">
                <a:solidFill>
                  <a:srgbClr val="142D49"/>
                </a:solidFill>
              </a:defRPr>
            </a:lvl5pPr>
            <a:lvl6pPr algn="l">
              <a:defRPr sz="1425" b="1">
                <a:solidFill>
                  <a:srgbClr val="142D49"/>
                </a:solidFill>
              </a:defRPr>
            </a:lvl6pPr>
            <a:lvl7pPr algn="l">
              <a:defRPr sz="1425" b="1">
                <a:solidFill>
                  <a:srgbClr val="142D49"/>
                </a:solidFill>
              </a:defRPr>
            </a:lvl7pPr>
            <a:lvl8pPr algn="l">
              <a:defRPr sz="1425" b="1">
                <a:solidFill>
                  <a:srgbClr val="142D49"/>
                </a:solidFill>
              </a:defRPr>
            </a:lvl8pPr>
            <a:lvl9pPr algn="l">
              <a:defRPr sz="1425" b="1">
                <a:solidFill>
                  <a:srgbClr val="142D49"/>
                </a:solidFill>
              </a:defRPr>
            </a:lvl9pPr>
          </a:lstStyle>
          <a:p>
            <a:pPr algn="l">
              <a:defRPr sz="1425" b="1">
                <a:solidFill>
                  <a:srgbClr val="142D49"/>
                </a:solidFill>
              </a:defRPr>
            </a:pPr>
            <a:r>
              <a:rPr sz="1425" b="1">
                <a:solidFill>
                  <a:srgbClr val="142D49"/>
                </a:solidFill>
              </a:rPr>
              <a:t>Comparação do F1 da classe Sim</a:t>
            </a:r>
          </a:p>
        </p:txBody>
      </p:sp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E2B2BDB4-8925-4000-9F38-D92E6BC40760}"/>
              </a:ext>
            </a:extLst>
          </p:cNvPr>
          <p:cNvGraphicFramePr/>
          <p:nvPr/>
        </p:nvGraphicFramePr>
        <p:xfrm>
          <a:off x="457200" y="3333750"/>
          <a:ext cx="6934200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Rótulo gráfico treino">
            <a:extLst>
              <a:ext uri="{FF2B5EF4-FFF2-40B4-BE49-F238E27FC236}">
                <a16:creationId xmlns:a16="http://schemas.microsoft.com/office/drawing/2014/main" id="{0C9CB087-4214-46A1-8B26-91D8F4029564}"/>
              </a:ext>
            </a:extLst>
          </p:cNvPr>
          <p:cNvSpPr>
            <a:spLocks noGrp="1"/>
          </p:cNvSpPr>
          <p:nvPr/>
        </p:nvSpPr>
        <p:spPr>
          <a:xfrm>
            <a:off x="1600200" y="3486150"/>
            <a:ext cx="723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142D49"/>
                </a:solidFill>
              </a:defRPr>
            </a:defPPr>
            <a:lvl1pPr algn="ctr">
              <a:defRPr sz="1050" b="1">
                <a:solidFill>
                  <a:srgbClr val="142D49"/>
                </a:solidFill>
              </a:defRPr>
            </a:lvl1pPr>
            <a:lvl2pPr algn="ctr">
              <a:defRPr sz="1050" b="1">
                <a:solidFill>
                  <a:srgbClr val="142D49"/>
                </a:solidFill>
              </a:defRPr>
            </a:lvl2pPr>
            <a:lvl3pPr algn="ctr">
              <a:defRPr sz="1050" b="1">
                <a:solidFill>
                  <a:srgbClr val="142D49"/>
                </a:solidFill>
              </a:defRPr>
            </a:lvl3pPr>
            <a:lvl4pPr algn="ctr">
              <a:defRPr sz="1050" b="1">
                <a:solidFill>
                  <a:srgbClr val="142D49"/>
                </a:solidFill>
              </a:defRPr>
            </a:lvl4pPr>
            <a:lvl5pPr algn="ctr">
              <a:defRPr sz="1050" b="1">
                <a:solidFill>
                  <a:srgbClr val="142D49"/>
                </a:solidFill>
              </a:defRPr>
            </a:lvl5pPr>
            <a:lvl6pPr algn="ctr">
              <a:defRPr sz="1050" b="1">
                <a:solidFill>
                  <a:srgbClr val="142D49"/>
                </a:solidFill>
              </a:defRPr>
            </a:lvl6pPr>
            <a:lvl7pPr algn="ctr">
              <a:defRPr sz="1050" b="1">
                <a:solidFill>
                  <a:srgbClr val="142D49"/>
                </a:solidFill>
              </a:defRPr>
            </a:lvl7pPr>
            <a:lvl8pPr algn="ctr">
              <a:defRPr sz="1050" b="1">
                <a:solidFill>
                  <a:srgbClr val="142D49"/>
                </a:solidFill>
              </a:defRPr>
            </a:lvl8pPr>
            <a:lvl9pPr algn="ctr">
              <a:defRPr sz="1050" b="1">
                <a:solidFill>
                  <a:srgbClr val="142D49"/>
                </a:solidFill>
              </a:defRPr>
            </a:lvl9pPr>
          </a:lstStyle>
          <a:p>
            <a:pPr algn="ctr">
              <a:defRPr sz="1050" b="1">
                <a:solidFill>
                  <a:srgbClr val="142D49"/>
                </a:solidFill>
              </a:defRPr>
            </a:pPr>
            <a:r>
              <a:rPr sz="1050" b="1">
                <a:solidFill>
                  <a:srgbClr val="142D49"/>
                </a:solidFill>
              </a:rPr>
              <a:t>62,4%</a:t>
            </a:r>
          </a:p>
        </p:txBody>
      </p:sp>
      <p:sp>
        <p:nvSpPr>
          <p:cNvPr id="16" name="Rótulo gráfico validação">
            <a:extLst>
              <a:ext uri="{FF2B5EF4-FFF2-40B4-BE49-F238E27FC236}">
                <a16:creationId xmlns:a16="http://schemas.microsoft.com/office/drawing/2014/main" id="{F8F5965F-ED64-463C-97CC-EDD1B782668A}"/>
              </a:ext>
            </a:extLst>
          </p:cNvPr>
          <p:cNvSpPr>
            <a:spLocks noGrp="1"/>
          </p:cNvSpPr>
          <p:nvPr/>
        </p:nvSpPr>
        <p:spPr>
          <a:xfrm>
            <a:off x="3714750" y="3486150"/>
            <a:ext cx="723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142D49"/>
                </a:solidFill>
              </a:defRPr>
            </a:defPPr>
            <a:lvl1pPr algn="ctr">
              <a:defRPr sz="1050" b="1">
                <a:solidFill>
                  <a:srgbClr val="142D49"/>
                </a:solidFill>
              </a:defRPr>
            </a:lvl1pPr>
            <a:lvl2pPr algn="ctr">
              <a:defRPr sz="1050" b="1">
                <a:solidFill>
                  <a:srgbClr val="142D49"/>
                </a:solidFill>
              </a:defRPr>
            </a:lvl2pPr>
            <a:lvl3pPr algn="ctr">
              <a:defRPr sz="1050" b="1">
                <a:solidFill>
                  <a:srgbClr val="142D49"/>
                </a:solidFill>
              </a:defRPr>
            </a:lvl3pPr>
            <a:lvl4pPr algn="ctr">
              <a:defRPr sz="1050" b="1">
                <a:solidFill>
                  <a:srgbClr val="142D49"/>
                </a:solidFill>
              </a:defRPr>
            </a:lvl4pPr>
            <a:lvl5pPr algn="ctr">
              <a:defRPr sz="1050" b="1">
                <a:solidFill>
                  <a:srgbClr val="142D49"/>
                </a:solidFill>
              </a:defRPr>
            </a:lvl5pPr>
            <a:lvl6pPr algn="ctr">
              <a:defRPr sz="1050" b="1">
                <a:solidFill>
                  <a:srgbClr val="142D49"/>
                </a:solidFill>
              </a:defRPr>
            </a:lvl6pPr>
            <a:lvl7pPr algn="ctr">
              <a:defRPr sz="1050" b="1">
                <a:solidFill>
                  <a:srgbClr val="142D49"/>
                </a:solidFill>
              </a:defRPr>
            </a:lvl7pPr>
            <a:lvl8pPr algn="ctr">
              <a:defRPr sz="1050" b="1">
                <a:solidFill>
                  <a:srgbClr val="142D49"/>
                </a:solidFill>
              </a:defRPr>
            </a:lvl8pPr>
            <a:lvl9pPr algn="ctr">
              <a:defRPr sz="1050" b="1">
                <a:solidFill>
                  <a:srgbClr val="142D49"/>
                </a:solidFill>
              </a:defRPr>
            </a:lvl9pPr>
          </a:lstStyle>
          <a:p>
            <a:pPr algn="ctr">
              <a:defRPr sz="1050" b="1">
                <a:solidFill>
                  <a:srgbClr val="142D49"/>
                </a:solidFill>
              </a:defRPr>
            </a:pPr>
            <a:r>
              <a:rPr sz="1050" b="1">
                <a:solidFill>
                  <a:srgbClr val="142D49"/>
                </a:solidFill>
              </a:rPr>
              <a:t>61,8%</a:t>
            </a:r>
          </a:p>
        </p:txBody>
      </p:sp>
      <p:sp>
        <p:nvSpPr>
          <p:cNvPr id="17" name="Rótulo gráfico teste">
            <a:extLst>
              <a:ext uri="{FF2B5EF4-FFF2-40B4-BE49-F238E27FC236}">
                <a16:creationId xmlns:a16="http://schemas.microsoft.com/office/drawing/2014/main" id="{02D8492A-1687-4CA0-B9B9-A8D9ABAB143F}"/>
              </a:ext>
            </a:extLst>
          </p:cNvPr>
          <p:cNvSpPr>
            <a:spLocks noGrp="1"/>
          </p:cNvSpPr>
          <p:nvPr/>
        </p:nvSpPr>
        <p:spPr>
          <a:xfrm>
            <a:off x="5829300" y="3486150"/>
            <a:ext cx="723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142D49"/>
                </a:solidFill>
              </a:defRPr>
            </a:defPPr>
            <a:lvl1pPr algn="ctr">
              <a:defRPr sz="1050" b="1">
                <a:solidFill>
                  <a:srgbClr val="142D49"/>
                </a:solidFill>
              </a:defRPr>
            </a:lvl1pPr>
            <a:lvl2pPr algn="ctr">
              <a:defRPr sz="1050" b="1">
                <a:solidFill>
                  <a:srgbClr val="142D49"/>
                </a:solidFill>
              </a:defRPr>
            </a:lvl2pPr>
            <a:lvl3pPr algn="ctr">
              <a:defRPr sz="1050" b="1">
                <a:solidFill>
                  <a:srgbClr val="142D49"/>
                </a:solidFill>
              </a:defRPr>
            </a:lvl3pPr>
            <a:lvl4pPr algn="ctr">
              <a:defRPr sz="1050" b="1">
                <a:solidFill>
                  <a:srgbClr val="142D49"/>
                </a:solidFill>
              </a:defRPr>
            </a:lvl4pPr>
            <a:lvl5pPr algn="ctr">
              <a:defRPr sz="1050" b="1">
                <a:solidFill>
                  <a:srgbClr val="142D49"/>
                </a:solidFill>
              </a:defRPr>
            </a:lvl5pPr>
            <a:lvl6pPr algn="ctr">
              <a:defRPr sz="1050" b="1">
                <a:solidFill>
                  <a:srgbClr val="142D49"/>
                </a:solidFill>
              </a:defRPr>
            </a:lvl6pPr>
            <a:lvl7pPr algn="ctr">
              <a:defRPr sz="1050" b="1">
                <a:solidFill>
                  <a:srgbClr val="142D49"/>
                </a:solidFill>
              </a:defRPr>
            </a:lvl7pPr>
            <a:lvl8pPr algn="ctr">
              <a:defRPr sz="1050" b="1">
                <a:solidFill>
                  <a:srgbClr val="142D49"/>
                </a:solidFill>
              </a:defRPr>
            </a:lvl8pPr>
            <a:lvl9pPr algn="ctr">
              <a:defRPr sz="1050" b="1">
                <a:solidFill>
                  <a:srgbClr val="142D49"/>
                </a:solidFill>
              </a:defRPr>
            </a:lvl9pPr>
          </a:lstStyle>
          <a:p>
            <a:pPr algn="ctr">
              <a:defRPr sz="1050" b="1">
                <a:solidFill>
                  <a:srgbClr val="142D49"/>
                </a:solidFill>
              </a:defRPr>
            </a:pPr>
            <a:r>
              <a:rPr sz="1050" b="1">
                <a:solidFill>
                  <a:srgbClr val="142D49"/>
                </a:solidFill>
              </a:rPr>
              <a:t>60,5%</a:t>
            </a:r>
          </a:p>
        </p:txBody>
      </p:sp>
      <p:sp>
        <p:nvSpPr>
          <p:cNvPr id="18" name="Conclusão sobre overfitting">
            <a:extLst>
              <a:ext uri="{FF2B5EF4-FFF2-40B4-BE49-F238E27FC236}">
                <a16:creationId xmlns:a16="http://schemas.microsoft.com/office/drawing/2014/main" id="{BEE91E55-7CAF-469F-8017-9F047A8E4135}"/>
              </a:ext>
            </a:extLst>
          </p:cNvPr>
          <p:cNvSpPr>
            <a:spLocks noGrp="1"/>
          </p:cNvSpPr>
          <p:nvPr/>
        </p:nvSpPr>
        <p:spPr>
          <a:xfrm>
            <a:off x="7753350" y="3333750"/>
            <a:ext cx="3905250" cy="2381250"/>
          </a:xfrm>
          <a:prstGeom prst="roundRect">
            <a:avLst>
              <a:gd name="adj" fmla="val 3200"/>
            </a:avLst>
          </a:prstGeom>
          <a:solidFill>
            <a:srgbClr val="E5F1EC"/>
          </a:solidFill>
          <a:ln w="9525">
            <a:solidFill>
              <a:srgbClr val="C8DE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Conclusão principal">
            <a:extLst>
              <a:ext uri="{FF2B5EF4-FFF2-40B4-BE49-F238E27FC236}">
                <a16:creationId xmlns:a16="http://schemas.microsoft.com/office/drawing/2014/main" id="{D5C91615-F5A0-4202-AB3F-61041925977C}"/>
              </a:ext>
            </a:extLst>
          </p:cNvPr>
          <p:cNvSpPr>
            <a:spLocks noGrp="1"/>
          </p:cNvSpPr>
          <p:nvPr/>
        </p:nvSpPr>
        <p:spPr>
          <a:xfrm>
            <a:off x="8058150" y="3590925"/>
            <a:ext cx="32861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100" b="1">
                <a:solidFill>
                  <a:srgbClr val="24745D"/>
                </a:solidFill>
              </a:defRPr>
            </a:defPPr>
            <a:lvl1pPr algn="l">
              <a:defRPr sz="2100" b="1">
                <a:solidFill>
                  <a:srgbClr val="24745D"/>
                </a:solidFill>
              </a:defRPr>
            </a:lvl1pPr>
            <a:lvl2pPr algn="l">
              <a:defRPr sz="2100" b="1">
                <a:solidFill>
                  <a:srgbClr val="24745D"/>
                </a:solidFill>
              </a:defRPr>
            </a:lvl2pPr>
            <a:lvl3pPr algn="l">
              <a:defRPr sz="2100" b="1">
                <a:solidFill>
                  <a:srgbClr val="24745D"/>
                </a:solidFill>
              </a:defRPr>
            </a:lvl3pPr>
            <a:lvl4pPr algn="l">
              <a:defRPr sz="2100" b="1">
                <a:solidFill>
                  <a:srgbClr val="24745D"/>
                </a:solidFill>
              </a:defRPr>
            </a:lvl4pPr>
            <a:lvl5pPr algn="l">
              <a:defRPr sz="2100" b="1">
                <a:solidFill>
                  <a:srgbClr val="24745D"/>
                </a:solidFill>
              </a:defRPr>
            </a:lvl5pPr>
            <a:lvl6pPr algn="l">
              <a:defRPr sz="2100" b="1">
                <a:solidFill>
                  <a:srgbClr val="24745D"/>
                </a:solidFill>
              </a:defRPr>
            </a:lvl6pPr>
            <a:lvl7pPr algn="l">
              <a:defRPr sz="2100" b="1">
                <a:solidFill>
                  <a:srgbClr val="24745D"/>
                </a:solidFill>
              </a:defRPr>
            </a:lvl7pPr>
            <a:lvl8pPr algn="l">
              <a:defRPr sz="2100" b="1">
                <a:solidFill>
                  <a:srgbClr val="24745D"/>
                </a:solidFill>
              </a:defRPr>
            </a:lvl8pPr>
            <a:lvl9pPr algn="l">
              <a:defRPr sz="2100" b="1">
                <a:solidFill>
                  <a:srgbClr val="24745D"/>
                </a:solidFill>
              </a:defRPr>
            </a:lvl9pPr>
          </a:lstStyle>
          <a:p>
            <a:pPr algn="l">
              <a:defRPr sz="2100" b="1">
                <a:solidFill>
                  <a:srgbClr val="24745D"/>
                </a:solidFill>
              </a:defRPr>
            </a:pPr>
            <a:r>
              <a:rPr sz="2100" b="1">
                <a:solidFill>
                  <a:srgbClr val="24745D"/>
                </a:solidFill>
              </a:rPr>
              <a:t>Sem sinais relevantes</a:t>
            </a:r>
          </a:p>
          <a:p>
            <a:pPr algn="l">
              <a:defRPr sz="2100" b="1">
                <a:solidFill>
                  <a:srgbClr val="24745D"/>
                </a:solidFill>
              </a:defRPr>
            </a:pPr>
            <a:r>
              <a:rPr sz="2100" b="1">
                <a:solidFill>
                  <a:srgbClr val="24745D"/>
                </a:solidFill>
              </a:rPr>
              <a:t>de overfitting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115DE9A-E598-47C2-8DB3-CB8D8E642A26}"/>
              </a:ext>
            </a:extLst>
          </p:cNvPr>
          <p:cNvSpPr>
            <a:spLocks noGrp="1"/>
          </p:cNvSpPr>
          <p:nvPr/>
        </p:nvSpPr>
        <p:spPr>
          <a:xfrm>
            <a:off x="8058150" y="4514850"/>
            <a:ext cx="3295650" cy="0"/>
          </a:xfrm>
          <a:prstGeom prst="line">
            <a:avLst/>
          </a:prstGeom>
          <a:noFill/>
          <a:ln w="9525">
            <a:solidFill>
              <a:srgbClr val="C8DED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Rótulo diferença">
            <a:extLst>
              <a:ext uri="{FF2B5EF4-FFF2-40B4-BE49-F238E27FC236}">
                <a16:creationId xmlns:a16="http://schemas.microsoft.com/office/drawing/2014/main" id="{8A828F42-B454-48EF-BF98-C0F47300C19A}"/>
              </a:ext>
            </a:extLst>
          </p:cNvPr>
          <p:cNvSpPr>
            <a:spLocks noGrp="1"/>
          </p:cNvSpPr>
          <p:nvPr/>
        </p:nvSpPr>
        <p:spPr>
          <a:xfrm>
            <a:off x="8058150" y="4676775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7087"/>
                </a:solidFill>
              </a:defRPr>
            </a:defPPr>
            <a:lvl1pPr algn="l">
              <a:defRPr sz="1200" b="0">
                <a:solidFill>
                  <a:srgbClr val="5B7087"/>
                </a:solidFill>
              </a:defRPr>
            </a:lvl1pPr>
            <a:lvl2pPr algn="l">
              <a:defRPr sz="1200" b="0">
                <a:solidFill>
                  <a:srgbClr val="5B7087"/>
                </a:solidFill>
              </a:defRPr>
            </a:lvl2pPr>
            <a:lvl3pPr algn="l">
              <a:defRPr sz="1200" b="0">
                <a:solidFill>
                  <a:srgbClr val="5B7087"/>
                </a:solidFill>
              </a:defRPr>
            </a:lvl3pPr>
            <a:lvl4pPr algn="l">
              <a:defRPr sz="1200" b="0">
                <a:solidFill>
                  <a:srgbClr val="5B7087"/>
                </a:solidFill>
              </a:defRPr>
            </a:lvl4pPr>
            <a:lvl5pPr algn="l">
              <a:defRPr sz="1200" b="0">
                <a:solidFill>
                  <a:srgbClr val="5B7087"/>
                </a:solidFill>
              </a:defRPr>
            </a:lvl5pPr>
            <a:lvl6pPr algn="l">
              <a:defRPr sz="1200" b="0">
                <a:solidFill>
                  <a:srgbClr val="5B7087"/>
                </a:solidFill>
              </a:defRPr>
            </a:lvl6pPr>
            <a:lvl7pPr algn="l">
              <a:defRPr sz="1200" b="0">
                <a:solidFill>
                  <a:srgbClr val="5B7087"/>
                </a:solidFill>
              </a:defRPr>
            </a:lvl7pPr>
            <a:lvl8pPr algn="l">
              <a:defRPr sz="1200" b="0">
                <a:solidFill>
                  <a:srgbClr val="5B7087"/>
                </a:solidFill>
              </a:defRPr>
            </a:lvl8pPr>
            <a:lvl9pPr algn="l">
              <a:defRPr sz="1200" b="0">
                <a:solidFill>
                  <a:srgbClr val="5B7087"/>
                </a:solidFill>
              </a:defRPr>
            </a:lvl9pPr>
          </a:lstStyle>
          <a:p>
            <a:pPr algn="l">
              <a:defRPr sz="1200" b="0">
                <a:solidFill>
                  <a:srgbClr val="5B7087"/>
                </a:solidFill>
              </a:defRPr>
            </a:pPr>
            <a:r>
              <a:rPr sz="1200" b="0">
                <a:solidFill>
                  <a:srgbClr val="5B7087"/>
                </a:solidFill>
              </a:rPr>
              <a:t>Diferença entre treino e teste</a:t>
            </a:r>
          </a:p>
        </p:txBody>
      </p:sp>
      <p:sp>
        <p:nvSpPr>
          <p:cNvPr id="22" name="Diferença treino teste">
            <a:extLst>
              <a:ext uri="{FF2B5EF4-FFF2-40B4-BE49-F238E27FC236}">
                <a16:creationId xmlns:a16="http://schemas.microsoft.com/office/drawing/2014/main" id="{6CBE7B3A-F233-4367-BBD6-5C8AB4E90DD4}"/>
              </a:ext>
            </a:extLst>
          </p:cNvPr>
          <p:cNvSpPr>
            <a:spLocks noGrp="1"/>
          </p:cNvSpPr>
          <p:nvPr/>
        </p:nvSpPr>
        <p:spPr>
          <a:xfrm>
            <a:off x="8058150" y="495300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142D49"/>
                </a:solidFill>
              </a:defRPr>
            </a:defPPr>
            <a:lvl1pPr algn="l">
              <a:defRPr sz="1650" b="1">
                <a:solidFill>
                  <a:srgbClr val="142D49"/>
                </a:solidFill>
              </a:defRPr>
            </a:lvl1pPr>
            <a:lvl2pPr algn="l">
              <a:defRPr sz="1650" b="1">
                <a:solidFill>
                  <a:srgbClr val="142D49"/>
                </a:solidFill>
              </a:defRPr>
            </a:lvl2pPr>
            <a:lvl3pPr algn="l">
              <a:defRPr sz="1650" b="1">
                <a:solidFill>
                  <a:srgbClr val="142D49"/>
                </a:solidFill>
              </a:defRPr>
            </a:lvl3pPr>
            <a:lvl4pPr algn="l">
              <a:defRPr sz="1650" b="1">
                <a:solidFill>
                  <a:srgbClr val="142D49"/>
                </a:solidFill>
              </a:defRPr>
            </a:lvl4pPr>
            <a:lvl5pPr algn="l">
              <a:defRPr sz="1650" b="1">
                <a:solidFill>
                  <a:srgbClr val="142D49"/>
                </a:solidFill>
              </a:defRPr>
            </a:lvl5pPr>
            <a:lvl6pPr algn="l">
              <a:defRPr sz="1650" b="1">
                <a:solidFill>
                  <a:srgbClr val="142D49"/>
                </a:solidFill>
              </a:defRPr>
            </a:lvl6pPr>
            <a:lvl7pPr algn="l">
              <a:defRPr sz="1650" b="1">
                <a:solidFill>
                  <a:srgbClr val="142D49"/>
                </a:solidFill>
              </a:defRPr>
            </a:lvl7pPr>
            <a:lvl8pPr algn="l">
              <a:defRPr sz="1650" b="1">
                <a:solidFill>
                  <a:srgbClr val="142D49"/>
                </a:solidFill>
              </a:defRPr>
            </a:lvl8pPr>
            <a:lvl9pPr algn="l">
              <a:defRPr sz="1650" b="1">
                <a:solidFill>
                  <a:srgbClr val="142D49"/>
                </a:solidFill>
              </a:defRPr>
            </a:lvl9pPr>
          </a:lstStyle>
          <a:p>
            <a:pPr algn="l">
              <a:defRPr sz="1650" b="1">
                <a:solidFill>
                  <a:srgbClr val="142D49"/>
                </a:solidFill>
              </a:defRPr>
            </a:pPr>
            <a:r>
              <a:rPr sz="1650" b="1">
                <a:solidFill>
                  <a:srgbClr val="142D49"/>
                </a:solidFill>
              </a:rPr>
              <a:t>1,9 pontos percentuais</a:t>
            </a:r>
          </a:p>
        </p:txBody>
      </p:sp>
      <p:sp>
        <p:nvSpPr>
          <p:cNvPr id="25" name="Rodapé">
            <a:extLst>
              <a:ext uri="{FF2B5EF4-FFF2-40B4-BE49-F238E27FC236}">
                <a16:creationId xmlns:a16="http://schemas.microsoft.com/office/drawing/2014/main" id="{BC478D62-2374-4620-BB70-3BE6EA0864CC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7087"/>
                </a:solidFill>
              </a:defRPr>
            </a:defPPr>
            <a:lvl1pPr algn="l">
              <a:defRPr sz="900" b="0">
                <a:solidFill>
                  <a:srgbClr val="5B7087"/>
                </a:solidFill>
              </a:defRPr>
            </a:lvl1pPr>
            <a:lvl2pPr algn="l">
              <a:defRPr sz="900" b="0">
                <a:solidFill>
                  <a:srgbClr val="5B7087"/>
                </a:solidFill>
              </a:defRPr>
            </a:lvl2pPr>
            <a:lvl3pPr algn="l">
              <a:defRPr sz="900" b="0">
                <a:solidFill>
                  <a:srgbClr val="5B7087"/>
                </a:solidFill>
              </a:defRPr>
            </a:lvl3pPr>
            <a:lvl4pPr algn="l">
              <a:defRPr sz="900" b="0">
                <a:solidFill>
                  <a:srgbClr val="5B7087"/>
                </a:solidFill>
              </a:defRPr>
            </a:lvl4pPr>
            <a:lvl5pPr algn="l">
              <a:defRPr sz="900" b="0">
                <a:solidFill>
                  <a:srgbClr val="5B7087"/>
                </a:solidFill>
              </a:defRPr>
            </a:lvl5pPr>
            <a:lvl6pPr algn="l">
              <a:defRPr sz="900" b="0">
                <a:solidFill>
                  <a:srgbClr val="5B7087"/>
                </a:solidFill>
              </a:defRPr>
            </a:lvl6pPr>
            <a:lvl7pPr algn="l">
              <a:defRPr sz="900" b="0">
                <a:solidFill>
                  <a:srgbClr val="5B7087"/>
                </a:solidFill>
              </a:defRPr>
            </a:lvl7pPr>
            <a:lvl8pPr algn="l">
              <a:defRPr sz="900" b="0">
                <a:solidFill>
                  <a:srgbClr val="5B7087"/>
                </a:solidFill>
              </a:defRPr>
            </a:lvl8pPr>
            <a:lvl9pPr algn="l">
              <a:defRPr sz="900" b="0">
                <a:solidFill>
                  <a:srgbClr val="5B7087"/>
                </a:solidFill>
              </a:defRPr>
            </a:lvl9pPr>
          </a:lstStyle>
          <a:p>
            <a:pPr algn="l">
              <a:defRPr sz="900" b="0">
                <a:solidFill>
                  <a:srgbClr val="5B7087"/>
                </a:solidFill>
              </a:defRPr>
            </a:pPr>
            <a:r>
              <a:rPr sz="900" b="0">
                <a:solidFill>
                  <a:srgbClr val="5B7087"/>
                </a:solidFill>
              </a:rPr>
              <a:t>Projeto RH · Grupo 07</a:t>
            </a:r>
          </a:p>
        </p:txBody>
      </p:sp>
    </p:spTree>
    <p:extLst>
      <p:ext uri="{BB962C8B-B14F-4D97-AF65-F5344CB8AC3E}">
        <p14:creationId xmlns:p14="http://schemas.microsoft.com/office/powerpoint/2010/main" val="1934147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0">
            <a:extLst>
              <a:ext uri="{FF2B5EF4-FFF2-40B4-BE49-F238E27FC236}">
                <a16:creationId xmlns:a16="http://schemas.microsoft.com/office/drawing/2014/main" id="{26C1DCF2-DD22-43C6-B21B-1F2FB147AC4A}"/>
              </a:ext>
            </a:extLst>
          </p:cNvPr>
          <p:cNvSpPr>
            <a:spLocks noGrp="1"/>
          </p:cNvSpPr>
          <p:nvPr/>
        </p:nvSpPr>
        <p:spPr>
          <a:xfrm>
            <a:off x="11106150" y="276225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r"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O modelo encontra casos Sim e gera falso">
            <a:extLst>
              <a:ext uri="{FF2B5EF4-FFF2-40B4-BE49-F238E27FC236}">
                <a16:creationId xmlns:a16="http://schemas.microsoft.com/office/drawing/2014/main" id="{4BDB9F50-05D0-4D5E-9190-CC2624DB2E5E}"/>
              </a:ext>
            </a:extLst>
          </p:cNvPr>
          <p:cNvSpPr>
            <a:spLocks noGrp="1"/>
          </p:cNvSpPr>
          <p:nvPr/>
        </p:nvSpPr>
        <p:spPr>
          <a:xfrm>
            <a:off x="642938" y="619125"/>
            <a:ext cx="11034712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O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modelo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encontra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casos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Sim </a:t>
            </a:r>
            <a:r>
              <a:rPr lang="pt-PT"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mas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gera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falsos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alarmes</a:t>
            </a:r>
            <a:endParaRPr sz="3150" b="1" dirty="0">
              <a:solidFill>
                <a:srgbClr val="142D4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rojeto RH · Grupo 07">
            <a:extLst>
              <a:ext uri="{FF2B5EF4-FFF2-40B4-BE49-F238E27FC236}">
                <a16:creationId xmlns:a16="http://schemas.microsoft.com/office/drawing/2014/main" id="{4EA67A6D-FB78-4EF1-A207-F5BC87A6E165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900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Projeto</a:t>
            </a:r>
            <a:r>
              <a:rPr sz="90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RH · Grupo 07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D8A59F2-A39A-430A-B0D9-01D228603933}"/>
              </a:ext>
            </a:extLst>
          </p:cNvPr>
          <p:cNvSpPr>
            <a:spLocks noGrp="1"/>
          </p:cNvSpPr>
          <p:nvPr/>
        </p:nvSpPr>
        <p:spPr>
          <a:xfrm>
            <a:off x="533400" y="1990725"/>
            <a:ext cx="6324600" cy="4238625"/>
          </a:xfrm>
          <a:prstGeom prst="roundRect">
            <a:avLst>
              <a:gd name="adj" fmla="val 3596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3C2D93-B801-40FB-8A29-EB574A468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18512" y="2133600"/>
            <a:ext cx="4554377" cy="3857625"/>
          </a:xfrm>
          <a:prstGeom prst="rect">
            <a:avLst/>
          </a:prstGeom>
        </p:spPr>
      </p:pic>
      <p:sp>
        <p:nvSpPr>
          <p:cNvPr id="7" name="Notebook 05 · Linhas: real · Colunas: pr">
            <a:extLst>
              <a:ext uri="{FF2B5EF4-FFF2-40B4-BE49-F238E27FC236}">
                <a16:creationId xmlns:a16="http://schemas.microsoft.com/office/drawing/2014/main" id="{2ACB3B00-18CB-4396-894F-32CCED6DE531}"/>
              </a:ext>
            </a:extLst>
          </p:cNvPr>
          <p:cNvSpPr>
            <a:spLocks noGrp="1"/>
          </p:cNvSpPr>
          <p:nvPr/>
        </p:nvSpPr>
        <p:spPr>
          <a:xfrm>
            <a:off x="723900" y="6048375"/>
            <a:ext cx="5905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7087"/>
                </a:solidFill>
                <a:latin typeface="Aptos"/>
                <a:ea typeface="Aptos"/>
                <a:cs typeface="Aptos"/>
              </a:rPr>
              <a:t>Notebook 05 · Linhas: real · Colunas: previsão</a:t>
            </a:r>
          </a:p>
        </p:txBody>
      </p:sp>
      <p:sp>
        <p:nvSpPr>
          <p:cNvPr id="8" name="712">
            <a:extLst>
              <a:ext uri="{FF2B5EF4-FFF2-40B4-BE49-F238E27FC236}">
                <a16:creationId xmlns:a16="http://schemas.microsoft.com/office/drawing/2014/main" id="{93FEC6EA-4B1A-4D54-BF0F-88E8A91DD172}"/>
              </a:ext>
            </a:extLst>
          </p:cNvPr>
          <p:cNvSpPr>
            <a:spLocks noGrp="1"/>
          </p:cNvSpPr>
          <p:nvPr/>
        </p:nvSpPr>
        <p:spPr>
          <a:xfrm>
            <a:off x="7362825" y="2219325"/>
            <a:ext cx="429577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502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502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502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502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502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502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502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502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502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502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5025" b="1">
                <a:solidFill>
                  <a:srgbClr val="3567A0"/>
                </a:solidFill>
                <a:latin typeface="Aptos"/>
                <a:ea typeface="Aptos"/>
                <a:cs typeface="Aptos"/>
              </a:defRPr>
            </a:pPr>
            <a:r>
              <a:rPr sz="5025" b="1" dirty="0">
                <a:solidFill>
                  <a:srgbClr val="3567A0"/>
                </a:solidFill>
                <a:latin typeface="Aptos"/>
                <a:ea typeface="Aptos"/>
                <a:cs typeface="Aptos"/>
              </a:rPr>
              <a:t>712</a:t>
            </a:r>
          </a:p>
        </p:txBody>
      </p:sp>
      <p:sp>
        <p:nvSpPr>
          <p:cNvPr id="9" name="encontrados entre 955 Sim reais">
            <a:extLst>
              <a:ext uri="{FF2B5EF4-FFF2-40B4-BE49-F238E27FC236}">
                <a16:creationId xmlns:a16="http://schemas.microsoft.com/office/drawing/2014/main" id="{84B2A9DB-2901-40DC-BDA9-4397F8E9CA94}"/>
              </a:ext>
            </a:extLst>
          </p:cNvPr>
          <p:cNvSpPr>
            <a:spLocks noGrp="1"/>
          </p:cNvSpPr>
          <p:nvPr/>
        </p:nvSpPr>
        <p:spPr>
          <a:xfrm>
            <a:off x="7381875" y="2964656"/>
            <a:ext cx="42957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0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0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0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0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0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0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0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0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0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0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2025" b="0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encontrados</a:t>
            </a:r>
            <a:r>
              <a:rPr sz="2025" b="0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entre 955 Sim reais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CD15D9-7C1E-4D1E-9662-77ED4E358D2F}"/>
              </a:ext>
            </a:extLst>
          </p:cNvPr>
          <p:cNvSpPr>
            <a:spLocks noGrp="1"/>
          </p:cNvSpPr>
          <p:nvPr/>
        </p:nvSpPr>
        <p:spPr>
          <a:xfrm>
            <a:off x="7381875" y="4033837"/>
            <a:ext cx="4295775" cy="9525"/>
          </a:xfrm>
          <a:prstGeom prst="rect">
            <a:avLst/>
          </a:prstGeom>
          <a:solidFill>
            <a:srgbClr val="CDD9E5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11" name="243 não detetados">
            <a:extLst>
              <a:ext uri="{FF2B5EF4-FFF2-40B4-BE49-F238E27FC236}">
                <a16:creationId xmlns:a16="http://schemas.microsoft.com/office/drawing/2014/main" id="{14143A3A-D080-4043-A58C-776F02C2AFA5}"/>
              </a:ext>
            </a:extLst>
          </p:cNvPr>
          <p:cNvSpPr>
            <a:spLocks noGrp="1"/>
          </p:cNvSpPr>
          <p:nvPr/>
        </p:nvSpPr>
        <p:spPr>
          <a:xfrm>
            <a:off x="7381875" y="4191000"/>
            <a:ext cx="42957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3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3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3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3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3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3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3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3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3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3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2325" b="1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243</a:t>
            </a:r>
            <a:r>
              <a:rPr sz="232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</a:t>
            </a:r>
            <a:endParaRPr lang="pt-PT" sz="2325" b="0" dirty="0">
              <a:solidFill>
                <a:srgbClr val="5B7087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2025" dirty="0" err="1">
                <a:solidFill>
                  <a:srgbClr val="142D49"/>
                </a:solidFill>
              </a:rPr>
              <a:t>não</a:t>
            </a:r>
            <a:r>
              <a:rPr sz="2025" dirty="0">
                <a:solidFill>
                  <a:srgbClr val="142D49"/>
                </a:solidFill>
              </a:rPr>
              <a:t> </a:t>
            </a:r>
            <a:r>
              <a:rPr sz="2025" dirty="0" err="1">
                <a:solidFill>
                  <a:srgbClr val="142D49"/>
                </a:solidFill>
              </a:rPr>
              <a:t>detetados</a:t>
            </a:r>
            <a:endParaRPr sz="2025" dirty="0">
              <a:solidFill>
                <a:srgbClr val="142D49"/>
              </a:solidFill>
            </a:endParaRPr>
          </a:p>
        </p:txBody>
      </p:sp>
      <p:sp>
        <p:nvSpPr>
          <p:cNvPr id="12" name="687 falsos alarmes">
            <a:extLst>
              <a:ext uri="{FF2B5EF4-FFF2-40B4-BE49-F238E27FC236}">
                <a16:creationId xmlns:a16="http://schemas.microsoft.com/office/drawing/2014/main" id="{A9123D41-CFF3-4926-A647-2BB657B4011E}"/>
              </a:ext>
            </a:extLst>
          </p:cNvPr>
          <p:cNvSpPr>
            <a:spLocks noGrp="1"/>
          </p:cNvSpPr>
          <p:nvPr/>
        </p:nvSpPr>
        <p:spPr>
          <a:xfrm>
            <a:off x="7381875" y="4905375"/>
            <a:ext cx="42957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2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32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32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32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32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32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32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32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32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32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325" b="1">
                <a:solidFill>
                  <a:srgbClr val="DB8439"/>
                </a:solidFill>
                <a:latin typeface="Aptos"/>
                <a:ea typeface="Aptos"/>
                <a:cs typeface="Aptos"/>
              </a:defRPr>
            </a:pPr>
            <a:r>
              <a:rPr sz="2325" b="0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687 </a:t>
            </a:r>
            <a:r>
              <a:rPr sz="2325" b="0" dirty="0" err="1">
                <a:solidFill>
                  <a:srgbClr val="FF0000"/>
                </a:solidFill>
                <a:latin typeface="Aptos"/>
                <a:ea typeface="Aptos"/>
                <a:cs typeface="Aptos"/>
              </a:rPr>
              <a:t>falsos</a:t>
            </a:r>
            <a:r>
              <a:rPr sz="2325" b="0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 </a:t>
            </a:r>
            <a:r>
              <a:rPr lang="pt-PT" sz="2325" b="0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positivos</a:t>
            </a:r>
            <a:endParaRPr sz="2325" b="0" dirty="0">
              <a:solidFill>
                <a:srgbClr val="FF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0FD24D6-7308-43EC-B882-B72D07279520}"/>
              </a:ext>
            </a:extLst>
          </p:cNvPr>
          <p:cNvSpPr>
            <a:spLocks noGrp="1"/>
          </p:cNvSpPr>
          <p:nvPr/>
        </p:nvSpPr>
        <p:spPr>
          <a:xfrm>
            <a:off x="7172325" y="5419725"/>
            <a:ext cx="4486275" cy="838200"/>
          </a:xfrm>
          <a:prstGeom prst="roundRect">
            <a:avLst>
              <a:gd name="adj" fmla="val 18182"/>
            </a:avLst>
          </a:prstGeom>
          <a:solidFill>
            <a:srgbClr val="E7EEF6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14" name="50,9% dos alertas Sim&#10;correspondem a Sim">
            <a:extLst>
              <a:ext uri="{FF2B5EF4-FFF2-40B4-BE49-F238E27FC236}">
                <a16:creationId xmlns:a16="http://schemas.microsoft.com/office/drawing/2014/main" id="{50ABB452-CF31-4897-87D8-D8E238CCDD4F}"/>
              </a:ext>
            </a:extLst>
          </p:cNvPr>
          <p:cNvSpPr>
            <a:spLocks noGrp="1"/>
          </p:cNvSpPr>
          <p:nvPr/>
        </p:nvSpPr>
        <p:spPr>
          <a:xfrm>
            <a:off x="7381875" y="5591175"/>
            <a:ext cx="409575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lang="pt-PT" sz="1875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Apenas </a:t>
            </a:r>
            <a:r>
              <a:rPr sz="1875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50,9% dos </a:t>
            </a:r>
            <a:r>
              <a:rPr sz="1875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alertas</a:t>
            </a:r>
            <a:r>
              <a:rPr sz="1875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Sim</a:t>
            </a:r>
          </a:p>
          <a:p>
            <a:pPr algn="l">
              <a:buNone/>
              <a:defRPr sz="1875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1875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correspondem</a:t>
            </a:r>
            <a:r>
              <a:rPr sz="1875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a Sim reais.</a:t>
            </a:r>
          </a:p>
        </p:txBody>
      </p:sp>
      <p:sp>
        <p:nvSpPr>
          <p:cNvPr id="19" name="243 não detetados">
            <a:extLst>
              <a:ext uri="{FF2B5EF4-FFF2-40B4-BE49-F238E27FC236}">
                <a16:creationId xmlns:a16="http://schemas.microsoft.com/office/drawing/2014/main" id="{8F13E939-87BF-8F30-0BD7-2200C79DBA77}"/>
              </a:ext>
            </a:extLst>
          </p:cNvPr>
          <p:cNvSpPr>
            <a:spLocks noGrp="1"/>
          </p:cNvSpPr>
          <p:nvPr/>
        </p:nvSpPr>
        <p:spPr>
          <a:xfrm>
            <a:off x="7381875" y="3377068"/>
            <a:ext cx="42957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3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3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3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3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3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3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3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3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3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32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lang="pt-PT" sz="2325" b="0" dirty="0">
                <a:solidFill>
                  <a:srgbClr val="00B050"/>
                </a:solidFill>
                <a:latin typeface="Aptos"/>
                <a:ea typeface="Aptos"/>
                <a:cs typeface="Aptos"/>
              </a:rPr>
              <a:t>74,6% de taxa de sucesso</a:t>
            </a:r>
            <a:endParaRPr sz="2325" b="0" dirty="0">
              <a:solidFill>
                <a:srgbClr val="00B05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85859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 protótipo devolve previsões por candid">
            <a:extLst>
              <a:ext uri="{FF2B5EF4-FFF2-40B4-BE49-F238E27FC236}">
                <a16:creationId xmlns:a16="http://schemas.microsoft.com/office/drawing/2014/main" id="{A516C804-9DF9-4822-BC8F-36924C94AB15}"/>
              </a:ext>
            </a:extLst>
          </p:cNvPr>
          <p:cNvSpPr>
            <a:spLocks noGrp="1"/>
          </p:cNvSpPr>
          <p:nvPr/>
        </p:nvSpPr>
        <p:spPr>
          <a:xfrm>
            <a:off x="634048" y="578086"/>
            <a:ext cx="1112520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3150" b="1">
                <a:solidFill>
                  <a:srgbClr val="142D49"/>
                </a:solidFill>
                <a:latin typeface="Aptos"/>
                <a:ea typeface="Aptos"/>
                <a:cs typeface="Aptos"/>
              </a:defRPr>
            </a:pP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O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protótipo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devolve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previsões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por</a:t>
            </a:r>
            <a:r>
              <a:rPr sz="3150" b="1" dirty="0">
                <a:solidFill>
                  <a:srgbClr val="142D49"/>
                </a:solidFill>
                <a:latin typeface="Aptos"/>
                <a:ea typeface="Aptos"/>
                <a:cs typeface="Aptos"/>
              </a:rPr>
              <a:t> </a:t>
            </a:r>
            <a:r>
              <a:rPr sz="3150" b="1" dirty="0" err="1">
                <a:solidFill>
                  <a:srgbClr val="142D49"/>
                </a:solidFill>
                <a:latin typeface="Aptos"/>
                <a:ea typeface="Aptos"/>
                <a:cs typeface="Aptos"/>
              </a:rPr>
              <a:t>candidato</a:t>
            </a:r>
            <a:endParaRPr sz="3150" b="1" dirty="0">
              <a:solidFill>
                <a:srgbClr val="142D49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3955F3-6704-4FD8-AB25-899F4785E5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6241442"/>
              </p:ext>
            </p:extLst>
          </p:nvPr>
        </p:nvGraphicFramePr>
        <p:xfrm>
          <a:off x="533400" y="1641948"/>
          <a:ext cx="7296150" cy="3190878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1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 dirty="0" err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Candidato</a:t>
                      </a:r>
                      <a:endParaRPr sz="1500" b="1" dirty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42D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Probabilidade de Sim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42D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Previsão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42D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465449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 dirty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29,4%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 dirty="0" err="1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Não</a:t>
                      </a:r>
                      <a:endParaRPr sz="1875" b="0" dirty="0">
                        <a:solidFill>
                          <a:srgbClr val="142D49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7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494433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25,0%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 dirty="0" err="1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Não</a:t>
                      </a:r>
                      <a:endParaRPr sz="1875" b="0" dirty="0">
                        <a:solidFill>
                          <a:srgbClr val="142D49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376160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65,0%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Sim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7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534357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75,7%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Sim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286340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 dirty="0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31,1%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 dirty="0" err="1">
                          <a:solidFill>
                            <a:srgbClr val="142D49"/>
                          </a:solidFill>
                          <a:latin typeface="Aptos"/>
                          <a:ea typeface="Aptos"/>
                          <a:cs typeface="Aptos"/>
                        </a:rPr>
                        <a:t>Não</a:t>
                      </a:r>
                      <a:endParaRPr sz="1875" b="0" dirty="0">
                        <a:solidFill>
                          <a:srgbClr val="142D49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7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015D2FB-DB39-401A-BE7F-A1824BC80A50}"/>
              </a:ext>
            </a:extLst>
          </p:cNvPr>
          <p:cNvSpPr>
            <a:spLocks noGrp="1"/>
          </p:cNvSpPr>
          <p:nvPr/>
        </p:nvSpPr>
        <p:spPr>
          <a:xfrm>
            <a:off x="8162925" y="1641948"/>
            <a:ext cx="3495675" cy="3190875"/>
          </a:xfrm>
          <a:prstGeom prst="roundRect">
            <a:avLst>
              <a:gd name="adj" fmla="val 4776"/>
            </a:avLst>
          </a:prstGeom>
          <a:solidFill>
            <a:srgbClr val="142D49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8" name="O QUE O RH RECEBE">
            <a:extLst>
              <a:ext uri="{FF2B5EF4-FFF2-40B4-BE49-F238E27FC236}">
                <a16:creationId xmlns:a16="http://schemas.microsoft.com/office/drawing/2014/main" id="{628E5415-1903-4503-9D3D-84486BDA1BE9}"/>
              </a:ext>
            </a:extLst>
          </p:cNvPr>
          <p:cNvSpPr>
            <a:spLocks noGrp="1"/>
          </p:cNvSpPr>
          <p:nvPr/>
        </p:nvSpPr>
        <p:spPr>
          <a:xfrm>
            <a:off x="8420100" y="1899123"/>
            <a:ext cx="29813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275" b="1">
                <a:solidFill>
                  <a:srgbClr val="B9D0E5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1">
                <a:solidFill>
                  <a:srgbClr val="B9D0E5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1">
                <a:solidFill>
                  <a:srgbClr val="B9D0E5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1">
                <a:solidFill>
                  <a:srgbClr val="B9D0E5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1">
                <a:solidFill>
                  <a:srgbClr val="B9D0E5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1">
                <a:solidFill>
                  <a:srgbClr val="B9D0E5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1">
                <a:solidFill>
                  <a:srgbClr val="B9D0E5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1">
                <a:solidFill>
                  <a:srgbClr val="B9D0E5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1">
                <a:solidFill>
                  <a:srgbClr val="B9D0E5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1">
                <a:solidFill>
                  <a:srgbClr val="B9D0E5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75" b="1">
                <a:solidFill>
                  <a:srgbClr val="B9D0E5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B9D0E5"/>
                </a:solidFill>
                <a:latin typeface="Aptos"/>
                <a:ea typeface="Aptos"/>
                <a:cs typeface="Aptos"/>
              </a:rPr>
              <a:t>O QUE O</a:t>
            </a:r>
            <a:r>
              <a:rPr lang="pt-PT" dirty="0"/>
              <a:t>S</a:t>
            </a:r>
            <a:r>
              <a:rPr sz="1275" b="1" dirty="0">
                <a:solidFill>
                  <a:srgbClr val="B9D0E5"/>
                </a:solidFill>
                <a:latin typeface="Aptos"/>
                <a:ea typeface="Aptos"/>
                <a:cs typeface="Aptos"/>
              </a:rPr>
              <a:t> RH RECEBE</a:t>
            </a:r>
            <a:r>
              <a:rPr lang="pt-PT" sz="1275" b="1" dirty="0">
                <a:solidFill>
                  <a:srgbClr val="B9D0E5"/>
                </a:solidFill>
                <a:latin typeface="Aptos"/>
                <a:ea typeface="Aptos"/>
                <a:cs typeface="Aptos"/>
              </a:rPr>
              <a:t>M</a:t>
            </a:r>
            <a:endParaRPr sz="1275" b="1" dirty="0">
              <a:solidFill>
                <a:srgbClr val="B9D0E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Uma previsão&#10;para analisar">
            <a:extLst>
              <a:ext uri="{FF2B5EF4-FFF2-40B4-BE49-F238E27FC236}">
                <a16:creationId xmlns:a16="http://schemas.microsoft.com/office/drawing/2014/main" id="{2A4940EF-C8BE-4136-98EB-B122FAF569BE}"/>
              </a:ext>
            </a:extLst>
          </p:cNvPr>
          <p:cNvSpPr>
            <a:spLocks noGrp="1"/>
          </p:cNvSpPr>
          <p:nvPr/>
        </p:nvSpPr>
        <p:spPr>
          <a:xfrm>
            <a:off x="8420100" y="2403948"/>
            <a:ext cx="2981325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Uma previsão</a:t>
            </a:r>
          </a:p>
          <a:p>
            <a: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para analisar</a:t>
            </a:r>
          </a:p>
        </p:txBody>
      </p:sp>
      <p:sp>
        <p:nvSpPr>
          <p:cNvPr id="10" name="Resultados em CSV.&#10;Revisão humana antes&#10;">
            <a:extLst>
              <a:ext uri="{FF2B5EF4-FFF2-40B4-BE49-F238E27FC236}">
                <a16:creationId xmlns:a16="http://schemas.microsoft.com/office/drawing/2014/main" id="{AE9577C6-5DE2-4607-BEEB-33436ABCDD32}"/>
              </a:ext>
            </a:extLst>
          </p:cNvPr>
          <p:cNvSpPr>
            <a:spLocks noGrp="1"/>
          </p:cNvSpPr>
          <p:nvPr/>
        </p:nvSpPr>
        <p:spPr>
          <a:xfrm>
            <a:off x="8420100" y="3718398"/>
            <a:ext cx="2981325" cy="962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D1DFEC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0">
                <a:solidFill>
                  <a:srgbClr val="D1DFEC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0">
                <a:solidFill>
                  <a:srgbClr val="D1DFEC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0">
                <a:solidFill>
                  <a:srgbClr val="D1DFEC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0">
                <a:solidFill>
                  <a:srgbClr val="D1DFEC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0">
                <a:solidFill>
                  <a:srgbClr val="D1DFEC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0">
                <a:solidFill>
                  <a:srgbClr val="D1DFEC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0">
                <a:solidFill>
                  <a:srgbClr val="D1DFEC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0">
                <a:solidFill>
                  <a:srgbClr val="D1DFEC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0">
                <a:solidFill>
                  <a:srgbClr val="D1DFEC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0">
                <a:solidFill>
                  <a:srgbClr val="D1DFEC"/>
                </a:solidFill>
                <a:latin typeface="Aptos"/>
                <a:ea typeface="Aptos"/>
                <a:cs typeface="Aptos"/>
              </a:defRPr>
            </a:pPr>
            <a:r>
              <a:rPr sz="1875" b="0" dirty="0" err="1">
                <a:solidFill>
                  <a:srgbClr val="D1DFEC"/>
                </a:solidFill>
                <a:latin typeface="Aptos"/>
                <a:ea typeface="Aptos"/>
                <a:cs typeface="Aptos"/>
              </a:rPr>
              <a:t>Resultados</a:t>
            </a:r>
            <a:r>
              <a:rPr sz="1875" b="0" dirty="0">
                <a:solidFill>
                  <a:srgbClr val="D1DFEC"/>
                </a:solidFill>
                <a:latin typeface="Aptos"/>
                <a:ea typeface="Aptos"/>
                <a:cs typeface="Aptos"/>
              </a:rPr>
              <a:t> </a:t>
            </a:r>
            <a:r>
              <a:rPr sz="1875" b="0" dirty="0" err="1">
                <a:solidFill>
                  <a:srgbClr val="D1DFEC"/>
                </a:solidFill>
                <a:latin typeface="Aptos"/>
                <a:ea typeface="Aptos"/>
                <a:cs typeface="Aptos"/>
              </a:rPr>
              <a:t>em</a:t>
            </a:r>
            <a:r>
              <a:rPr sz="1875" b="0" dirty="0">
                <a:solidFill>
                  <a:srgbClr val="D1DFEC"/>
                </a:solidFill>
                <a:latin typeface="Aptos"/>
                <a:ea typeface="Aptos"/>
                <a:cs typeface="Aptos"/>
              </a:rPr>
              <a:t> CSV.</a:t>
            </a:r>
          </a:p>
          <a:p>
            <a:pPr algn="l">
              <a:buNone/>
              <a:defRPr sz="1875" b="0">
                <a:solidFill>
                  <a:srgbClr val="D1DFEC"/>
                </a:solidFill>
                <a:latin typeface="Aptos"/>
                <a:ea typeface="Aptos"/>
                <a:cs typeface="Aptos"/>
              </a:defRPr>
            </a:pPr>
            <a:r>
              <a:rPr sz="1875" b="0" dirty="0" err="1">
                <a:solidFill>
                  <a:srgbClr val="D1DFEC"/>
                </a:solidFill>
                <a:latin typeface="Aptos"/>
                <a:ea typeface="Aptos"/>
                <a:cs typeface="Aptos"/>
              </a:rPr>
              <a:t>Revisão</a:t>
            </a:r>
            <a:r>
              <a:rPr sz="1875" b="0" dirty="0">
                <a:solidFill>
                  <a:srgbClr val="D1DFEC"/>
                </a:solidFill>
                <a:latin typeface="Aptos"/>
                <a:ea typeface="Aptos"/>
                <a:cs typeface="Aptos"/>
              </a:rPr>
              <a:t> humana antes</a:t>
            </a:r>
          </a:p>
          <a:p>
            <a:pPr algn="l">
              <a:buNone/>
              <a:defRPr sz="1875" b="0">
                <a:solidFill>
                  <a:srgbClr val="D1DFEC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rgbClr val="D1DFEC"/>
                </a:solidFill>
                <a:latin typeface="Aptos"/>
                <a:ea typeface="Aptos"/>
                <a:cs typeface="Aptos"/>
              </a:rPr>
              <a:t>de </a:t>
            </a:r>
            <a:r>
              <a:rPr sz="1875" b="0" dirty="0" err="1">
                <a:solidFill>
                  <a:srgbClr val="D1DFEC"/>
                </a:solidFill>
                <a:latin typeface="Aptos"/>
                <a:ea typeface="Aptos"/>
                <a:cs typeface="Aptos"/>
              </a:rPr>
              <a:t>qualquer</a:t>
            </a:r>
            <a:r>
              <a:rPr sz="1875" b="0" dirty="0">
                <a:solidFill>
                  <a:srgbClr val="D1DFEC"/>
                </a:solidFill>
                <a:latin typeface="Aptos"/>
                <a:ea typeface="Aptos"/>
                <a:cs typeface="Aptos"/>
              </a:rPr>
              <a:t> </a:t>
            </a:r>
            <a:r>
              <a:rPr sz="1875" b="0" dirty="0" err="1">
                <a:solidFill>
                  <a:srgbClr val="D1DFEC"/>
                </a:solidFill>
                <a:latin typeface="Aptos"/>
                <a:ea typeface="Aptos"/>
                <a:cs typeface="Aptos"/>
              </a:rPr>
              <a:t>ação</a:t>
            </a:r>
            <a:r>
              <a:rPr sz="1875" b="0" dirty="0">
                <a:solidFill>
                  <a:srgbClr val="D1DFEC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1" name="Modelo e preparação guardados para aplic">
            <a:extLst>
              <a:ext uri="{FF2B5EF4-FFF2-40B4-BE49-F238E27FC236}">
                <a16:creationId xmlns:a16="http://schemas.microsoft.com/office/drawing/2014/main" id="{1DCB1A07-C061-460F-B90E-A0983216DA03}"/>
              </a:ext>
            </a:extLst>
          </p:cNvPr>
          <p:cNvSpPr>
            <a:spLocks noGrp="1"/>
          </p:cNvSpPr>
          <p:nvPr/>
        </p:nvSpPr>
        <p:spPr>
          <a:xfrm>
            <a:off x="533400" y="5185248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Modelo e </a:t>
            </a:r>
            <a:r>
              <a:rPr sz="1875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preparação</a:t>
            </a:r>
            <a:r>
              <a:rPr sz="187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</a:t>
            </a:r>
            <a:r>
              <a:rPr sz="1875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guardados</a:t>
            </a:r>
            <a:r>
              <a:rPr sz="187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para </a:t>
            </a:r>
            <a:r>
              <a:rPr sz="1875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aplicar</a:t>
            </a:r>
            <a:r>
              <a:rPr sz="187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as </a:t>
            </a:r>
            <a:r>
              <a:rPr sz="1875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mesmas</a:t>
            </a:r>
            <a:r>
              <a:rPr sz="187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</a:t>
            </a:r>
            <a:r>
              <a:rPr sz="1875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regras</a:t>
            </a:r>
            <a:r>
              <a:rPr sz="187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a </a:t>
            </a:r>
            <a:r>
              <a:rPr sz="1875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novos</a:t>
            </a:r>
            <a:r>
              <a:rPr sz="187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</a:t>
            </a:r>
            <a:r>
              <a:rPr sz="1875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registos</a:t>
            </a:r>
            <a:r>
              <a:rPr sz="1875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5" name="Projeto RH · Grupo 07">
            <a:extLst>
              <a:ext uri="{FF2B5EF4-FFF2-40B4-BE49-F238E27FC236}">
                <a16:creationId xmlns:a16="http://schemas.microsoft.com/office/drawing/2014/main" id="{F8997A51-43DF-506C-8006-9CD5C44DF7E3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5B7087"/>
                </a:solidFill>
                <a:latin typeface="Aptos"/>
                <a:ea typeface="Aptos"/>
                <a:cs typeface="Aptos"/>
              </a:defRPr>
            </a:pPr>
            <a:r>
              <a:rPr sz="900" b="0" dirty="0" err="1">
                <a:solidFill>
                  <a:srgbClr val="5B7087"/>
                </a:solidFill>
                <a:latin typeface="Aptos"/>
                <a:ea typeface="Aptos"/>
                <a:cs typeface="Aptos"/>
              </a:rPr>
              <a:t>Projeto</a:t>
            </a:r>
            <a:r>
              <a:rPr sz="900" b="0" dirty="0">
                <a:solidFill>
                  <a:srgbClr val="5B7087"/>
                </a:solidFill>
                <a:latin typeface="Aptos"/>
                <a:ea typeface="Aptos"/>
                <a:cs typeface="Aptos"/>
              </a:rPr>
              <a:t> RH · Grupo 07</a:t>
            </a:r>
          </a:p>
        </p:txBody>
      </p:sp>
    </p:spTree>
    <p:extLst>
      <p:ext uri="{BB962C8B-B14F-4D97-AF65-F5344CB8AC3E}">
        <p14:creationId xmlns:p14="http://schemas.microsoft.com/office/powerpoint/2010/main" val="759447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>
            <a:extLst>
              <a:ext uri="{FF2B5EF4-FFF2-40B4-BE49-F238E27FC236}">
                <a16:creationId xmlns:a16="http://schemas.microsoft.com/office/drawing/2014/main" id="{A0CBD516-E266-4480-809C-5071A923A27A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1125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000" b="1">
                <a:solidFill>
                  <a:srgbClr val="142D49"/>
                </a:solidFill>
              </a:defRPr>
            </a:defPPr>
            <a:lvl1pPr algn="l">
              <a:defRPr sz="3000" b="1">
                <a:solidFill>
                  <a:srgbClr val="142D49"/>
                </a:solidFill>
              </a:defRPr>
            </a:lvl1pPr>
            <a:lvl2pPr algn="l">
              <a:defRPr sz="3000" b="1">
                <a:solidFill>
                  <a:srgbClr val="142D49"/>
                </a:solidFill>
              </a:defRPr>
            </a:lvl2pPr>
            <a:lvl3pPr algn="l">
              <a:defRPr sz="3000" b="1">
                <a:solidFill>
                  <a:srgbClr val="142D49"/>
                </a:solidFill>
              </a:defRPr>
            </a:lvl3pPr>
            <a:lvl4pPr algn="l">
              <a:defRPr sz="3000" b="1">
                <a:solidFill>
                  <a:srgbClr val="142D49"/>
                </a:solidFill>
              </a:defRPr>
            </a:lvl4pPr>
            <a:lvl5pPr algn="l">
              <a:defRPr sz="3000" b="1">
                <a:solidFill>
                  <a:srgbClr val="142D49"/>
                </a:solidFill>
              </a:defRPr>
            </a:lvl5pPr>
            <a:lvl6pPr algn="l">
              <a:defRPr sz="3000" b="1">
                <a:solidFill>
                  <a:srgbClr val="142D49"/>
                </a:solidFill>
              </a:defRPr>
            </a:lvl6pPr>
            <a:lvl7pPr algn="l">
              <a:defRPr sz="3000" b="1">
                <a:solidFill>
                  <a:srgbClr val="142D49"/>
                </a:solidFill>
              </a:defRPr>
            </a:lvl7pPr>
            <a:lvl8pPr algn="l">
              <a:defRPr sz="3000" b="1">
                <a:solidFill>
                  <a:srgbClr val="142D49"/>
                </a:solidFill>
              </a:defRPr>
            </a:lvl8pPr>
            <a:lvl9pPr algn="l">
              <a:defRPr sz="3000" b="1">
                <a:solidFill>
                  <a:srgbClr val="142D49"/>
                </a:solidFill>
              </a:defRPr>
            </a:lvl9pPr>
          </a:lstStyle>
          <a:p>
            <a:pPr algn="l">
              <a:defRPr sz="3000" b="1">
                <a:solidFill>
                  <a:srgbClr val="142D49"/>
                </a:solidFill>
              </a:defRPr>
            </a:pPr>
            <a:r>
              <a:rPr sz="3000" b="1" dirty="0">
                <a:solidFill>
                  <a:srgbClr val="142D49"/>
                </a:solidFill>
              </a:rPr>
              <a:t>Custos e </a:t>
            </a:r>
            <a:r>
              <a:rPr sz="3000" b="1" dirty="0" err="1">
                <a:solidFill>
                  <a:srgbClr val="142D49"/>
                </a:solidFill>
              </a:rPr>
              <a:t>recursos</a:t>
            </a:r>
            <a:r>
              <a:rPr sz="3000" b="1" dirty="0">
                <a:solidFill>
                  <a:srgbClr val="142D49"/>
                </a:solidFill>
              </a:rPr>
              <a:t> </a:t>
            </a:r>
            <a:r>
              <a:rPr sz="3000" b="1" dirty="0" err="1">
                <a:solidFill>
                  <a:srgbClr val="142D49"/>
                </a:solidFill>
              </a:rPr>
              <a:t>necessários</a:t>
            </a:r>
            <a:endParaRPr sz="3000" b="1" dirty="0">
              <a:solidFill>
                <a:srgbClr val="142D49"/>
              </a:solidFill>
            </a:endParaRPr>
          </a:p>
        </p:txBody>
      </p:sp>
      <p:sp>
        <p:nvSpPr>
          <p:cNvPr id="3" name="Subtítulo">
            <a:extLst>
              <a:ext uri="{FF2B5EF4-FFF2-40B4-BE49-F238E27FC236}">
                <a16:creationId xmlns:a16="http://schemas.microsoft.com/office/drawing/2014/main" id="{B478AE15-0ADA-4D80-80AF-6D98500FC23B}"/>
              </a:ext>
            </a:extLst>
          </p:cNvPr>
          <p:cNvSpPr>
            <a:spLocks noGrp="1"/>
          </p:cNvSpPr>
          <p:nvPr/>
        </p:nvSpPr>
        <p:spPr>
          <a:xfrm>
            <a:off x="598488" y="1061721"/>
            <a:ext cx="11125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0">
                <a:solidFill>
                  <a:srgbClr val="5B7087"/>
                </a:solidFill>
              </a:defRPr>
            </a:defPPr>
            <a:lvl1pPr algn="l">
              <a:defRPr sz="1575" b="0">
                <a:solidFill>
                  <a:srgbClr val="5B7087"/>
                </a:solidFill>
              </a:defRPr>
            </a:lvl1pPr>
            <a:lvl2pPr algn="l">
              <a:defRPr sz="1575" b="0">
                <a:solidFill>
                  <a:srgbClr val="5B7087"/>
                </a:solidFill>
              </a:defRPr>
            </a:lvl2pPr>
            <a:lvl3pPr algn="l">
              <a:defRPr sz="1575" b="0">
                <a:solidFill>
                  <a:srgbClr val="5B7087"/>
                </a:solidFill>
              </a:defRPr>
            </a:lvl3pPr>
            <a:lvl4pPr algn="l">
              <a:defRPr sz="1575" b="0">
                <a:solidFill>
                  <a:srgbClr val="5B7087"/>
                </a:solidFill>
              </a:defRPr>
            </a:lvl4pPr>
            <a:lvl5pPr algn="l">
              <a:defRPr sz="1575" b="0">
                <a:solidFill>
                  <a:srgbClr val="5B7087"/>
                </a:solidFill>
              </a:defRPr>
            </a:lvl5pPr>
            <a:lvl6pPr algn="l">
              <a:defRPr sz="1575" b="0">
                <a:solidFill>
                  <a:srgbClr val="5B7087"/>
                </a:solidFill>
              </a:defRPr>
            </a:lvl6pPr>
            <a:lvl7pPr algn="l">
              <a:defRPr sz="1575" b="0">
                <a:solidFill>
                  <a:srgbClr val="5B7087"/>
                </a:solidFill>
              </a:defRPr>
            </a:lvl7pPr>
            <a:lvl8pPr algn="l">
              <a:defRPr sz="1575" b="0">
                <a:solidFill>
                  <a:srgbClr val="5B7087"/>
                </a:solidFill>
              </a:defRPr>
            </a:lvl8pPr>
            <a:lvl9pPr algn="l">
              <a:defRPr sz="1575" b="0">
                <a:solidFill>
                  <a:srgbClr val="5B7087"/>
                </a:solidFill>
              </a:defRPr>
            </a:lvl9pPr>
          </a:lstStyle>
          <a:p>
            <a:pPr algn="l">
              <a:defRPr sz="1575" b="0">
                <a:solidFill>
                  <a:srgbClr val="5B7087"/>
                </a:solidFill>
              </a:defRPr>
            </a:pPr>
            <a:r>
              <a:rPr sz="1575" b="0" dirty="0">
                <a:solidFill>
                  <a:srgbClr val="5B7087"/>
                </a:solidFill>
              </a:rPr>
              <a:t>A </a:t>
            </a:r>
            <a:r>
              <a:rPr sz="1575" b="0" dirty="0" err="1">
                <a:solidFill>
                  <a:srgbClr val="5B7087"/>
                </a:solidFill>
              </a:rPr>
              <a:t>aplicação</a:t>
            </a:r>
            <a:r>
              <a:rPr sz="1575" b="0" dirty="0">
                <a:solidFill>
                  <a:srgbClr val="5B7087"/>
                </a:solidFill>
              </a:rPr>
              <a:t> </a:t>
            </a:r>
            <a:r>
              <a:rPr sz="1575" b="0" dirty="0" err="1">
                <a:solidFill>
                  <a:srgbClr val="5B7087"/>
                </a:solidFill>
              </a:rPr>
              <a:t>exige</a:t>
            </a:r>
            <a:r>
              <a:rPr sz="1575" b="0" dirty="0">
                <a:solidFill>
                  <a:srgbClr val="5B7087"/>
                </a:solidFill>
              </a:rPr>
              <a:t> </a:t>
            </a:r>
            <a:r>
              <a:rPr sz="1575" b="0" dirty="0" err="1">
                <a:solidFill>
                  <a:srgbClr val="5B7087"/>
                </a:solidFill>
              </a:rPr>
              <a:t>equilibrar</a:t>
            </a:r>
            <a:r>
              <a:rPr sz="1575" b="0" dirty="0">
                <a:solidFill>
                  <a:srgbClr val="5B7087"/>
                </a:solidFill>
              </a:rPr>
              <a:t> o </a:t>
            </a:r>
            <a:r>
              <a:rPr sz="1575" b="0" dirty="0" err="1">
                <a:solidFill>
                  <a:srgbClr val="5B7087"/>
                </a:solidFill>
              </a:rPr>
              <a:t>esforço</a:t>
            </a:r>
            <a:r>
              <a:rPr sz="1575" b="0" dirty="0">
                <a:solidFill>
                  <a:srgbClr val="5B7087"/>
                </a:solidFill>
              </a:rPr>
              <a:t> de </a:t>
            </a:r>
            <a:r>
              <a:rPr sz="1575" b="0" dirty="0" err="1">
                <a:solidFill>
                  <a:srgbClr val="5B7087"/>
                </a:solidFill>
              </a:rPr>
              <a:t>contacto</a:t>
            </a:r>
            <a:r>
              <a:rPr sz="1575" b="0" dirty="0">
                <a:solidFill>
                  <a:srgbClr val="5B7087"/>
                </a:solidFill>
              </a:rPr>
              <a:t> com a </a:t>
            </a:r>
            <a:r>
              <a:rPr sz="1575" b="0" dirty="0" err="1">
                <a:solidFill>
                  <a:srgbClr val="5B7087"/>
                </a:solidFill>
              </a:rPr>
              <a:t>capacidade</a:t>
            </a:r>
            <a:r>
              <a:rPr sz="1575" b="0" dirty="0">
                <a:solidFill>
                  <a:srgbClr val="5B7087"/>
                </a:solidFill>
              </a:rPr>
              <a:t> </a:t>
            </a:r>
            <a:r>
              <a:rPr sz="1575" b="0" dirty="0" err="1">
                <a:solidFill>
                  <a:srgbClr val="5B7087"/>
                </a:solidFill>
              </a:rPr>
              <a:t>disponível</a:t>
            </a:r>
            <a:r>
              <a:rPr sz="1575" b="0" dirty="0">
                <a:solidFill>
                  <a:srgbClr val="5B7087"/>
                </a:solidFill>
              </a:rPr>
              <a:t>.</a:t>
            </a:r>
          </a:p>
        </p:txBody>
      </p:sp>
      <p:sp>
        <p:nvSpPr>
          <p:cNvPr id="4" name="Painel Custo do processo">
            <a:extLst>
              <a:ext uri="{FF2B5EF4-FFF2-40B4-BE49-F238E27FC236}">
                <a16:creationId xmlns:a16="http://schemas.microsoft.com/office/drawing/2014/main" id="{D176B022-E8B9-4804-B7EC-49A3EF5C1A2A}"/>
              </a:ext>
            </a:extLst>
          </p:cNvPr>
          <p:cNvSpPr>
            <a:spLocks noGrp="1"/>
          </p:cNvSpPr>
          <p:nvPr/>
        </p:nvSpPr>
        <p:spPr>
          <a:xfrm>
            <a:off x="655320" y="1924050"/>
            <a:ext cx="3581400" cy="2914650"/>
          </a:xfrm>
          <a:prstGeom prst="roundRect">
            <a:avLst>
              <a:gd name="adj" fmla="val 2614"/>
            </a:avLst>
          </a:prstGeom>
          <a:solidFill>
            <a:srgbClr val="FBF0E5"/>
          </a:solidFill>
          <a:ln w="9525"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Barra Custo do processo">
            <a:extLst>
              <a:ext uri="{FF2B5EF4-FFF2-40B4-BE49-F238E27FC236}">
                <a16:creationId xmlns:a16="http://schemas.microsoft.com/office/drawing/2014/main" id="{CE867E0F-96A0-4B06-B193-F00B05D5F3B8}"/>
              </a:ext>
            </a:extLst>
          </p:cNvPr>
          <p:cNvSpPr>
            <a:spLocks noGrp="1"/>
          </p:cNvSpPr>
          <p:nvPr/>
        </p:nvSpPr>
        <p:spPr>
          <a:xfrm>
            <a:off x="655320" y="1924050"/>
            <a:ext cx="3581400" cy="76200"/>
          </a:xfrm>
          <a:prstGeom prst="rect">
            <a:avLst/>
          </a:prstGeom>
          <a:solidFill>
            <a:srgbClr val="DB8439"/>
          </a:solidFill>
          <a:ln w="0">
            <a:noFill/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Número 1">
            <a:extLst>
              <a:ext uri="{FF2B5EF4-FFF2-40B4-BE49-F238E27FC236}">
                <a16:creationId xmlns:a16="http://schemas.microsoft.com/office/drawing/2014/main" id="{BDB935A6-A5B0-44AA-9B6F-B2A354DEC888}"/>
              </a:ext>
            </a:extLst>
          </p:cNvPr>
          <p:cNvSpPr>
            <a:spLocks noGrp="1"/>
          </p:cNvSpPr>
          <p:nvPr/>
        </p:nvSpPr>
        <p:spPr>
          <a:xfrm>
            <a:off x="883920" y="21717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DB8439"/>
                </a:solidFill>
              </a:defRPr>
            </a:defPPr>
            <a:lvl1pPr algn="l">
              <a:defRPr sz="1200" b="1">
                <a:solidFill>
                  <a:srgbClr val="DB8439"/>
                </a:solidFill>
              </a:defRPr>
            </a:lvl1pPr>
            <a:lvl2pPr algn="l">
              <a:defRPr sz="1200" b="1">
                <a:solidFill>
                  <a:srgbClr val="DB8439"/>
                </a:solidFill>
              </a:defRPr>
            </a:lvl2pPr>
            <a:lvl3pPr algn="l">
              <a:defRPr sz="1200" b="1">
                <a:solidFill>
                  <a:srgbClr val="DB8439"/>
                </a:solidFill>
              </a:defRPr>
            </a:lvl3pPr>
            <a:lvl4pPr algn="l">
              <a:defRPr sz="1200" b="1">
                <a:solidFill>
                  <a:srgbClr val="DB8439"/>
                </a:solidFill>
              </a:defRPr>
            </a:lvl4pPr>
            <a:lvl5pPr algn="l">
              <a:defRPr sz="1200" b="1">
                <a:solidFill>
                  <a:srgbClr val="DB8439"/>
                </a:solidFill>
              </a:defRPr>
            </a:lvl5pPr>
            <a:lvl6pPr algn="l">
              <a:defRPr sz="1200" b="1">
                <a:solidFill>
                  <a:srgbClr val="DB8439"/>
                </a:solidFill>
              </a:defRPr>
            </a:lvl6pPr>
            <a:lvl7pPr algn="l">
              <a:defRPr sz="1200" b="1">
                <a:solidFill>
                  <a:srgbClr val="DB8439"/>
                </a:solidFill>
              </a:defRPr>
            </a:lvl7pPr>
            <a:lvl8pPr algn="l">
              <a:defRPr sz="1200" b="1">
                <a:solidFill>
                  <a:srgbClr val="DB8439"/>
                </a:solidFill>
              </a:defRPr>
            </a:lvl8pPr>
            <a:lvl9pPr algn="l">
              <a:defRPr sz="1200" b="1">
                <a:solidFill>
                  <a:srgbClr val="DB8439"/>
                </a:solidFill>
              </a:defRPr>
            </a:lvl9pPr>
          </a:lstStyle>
          <a:p>
            <a:pPr algn="l">
              <a:defRPr sz="1200" b="1">
                <a:solidFill>
                  <a:srgbClr val="DB8439"/>
                </a:solidFill>
              </a:defRPr>
            </a:pPr>
            <a:r>
              <a:rPr sz="1200" b="1">
                <a:solidFill>
                  <a:srgbClr val="DB8439"/>
                </a:solidFill>
              </a:rPr>
              <a:t>01</a:t>
            </a:r>
          </a:p>
        </p:txBody>
      </p:sp>
      <p:sp>
        <p:nvSpPr>
          <p:cNvPr id="7" name="Título Custo do processo">
            <a:extLst>
              <a:ext uri="{FF2B5EF4-FFF2-40B4-BE49-F238E27FC236}">
                <a16:creationId xmlns:a16="http://schemas.microsoft.com/office/drawing/2014/main" id="{8BF40E40-075A-4ADC-A863-1B4E14ECD3DA}"/>
              </a:ext>
            </a:extLst>
          </p:cNvPr>
          <p:cNvSpPr>
            <a:spLocks noGrp="1"/>
          </p:cNvSpPr>
          <p:nvPr/>
        </p:nvSpPr>
        <p:spPr>
          <a:xfrm>
            <a:off x="1341120" y="2114550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142D49"/>
                </a:solidFill>
              </a:defRPr>
            </a:defPPr>
            <a:lvl1pPr algn="l">
              <a:defRPr sz="1725" b="1">
                <a:solidFill>
                  <a:srgbClr val="142D49"/>
                </a:solidFill>
              </a:defRPr>
            </a:lvl1pPr>
            <a:lvl2pPr algn="l">
              <a:defRPr sz="1725" b="1">
                <a:solidFill>
                  <a:srgbClr val="142D49"/>
                </a:solidFill>
              </a:defRPr>
            </a:lvl2pPr>
            <a:lvl3pPr algn="l">
              <a:defRPr sz="1725" b="1">
                <a:solidFill>
                  <a:srgbClr val="142D49"/>
                </a:solidFill>
              </a:defRPr>
            </a:lvl3pPr>
            <a:lvl4pPr algn="l">
              <a:defRPr sz="1725" b="1">
                <a:solidFill>
                  <a:srgbClr val="142D49"/>
                </a:solidFill>
              </a:defRPr>
            </a:lvl4pPr>
            <a:lvl5pPr algn="l">
              <a:defRPr sz="1725" b="1">
                <a:solidFill>
                  <a:srgbClr val="142D49"/>
                </a:solidFill>
              </a:defRPr>
            </a:lvl5pPr>
            <a:lvl6pPr algn="l">
              <a:defRPr sz="1725" b="1">
                <a:solidFill>
                  <a:srgbClr val="142D49"/>
                </a:solidFill>
              </a:defRPr>
            </a:lvl6pPr>
            <a:lvl7pPr algn="l">
              <a:defRPr sz="1725" b="1">
                <a:solidFill>
                  <a:srgbClr val="142D49"/>
                </a:solidFill>
              </a:defRPr>
            </a:lvl7pPr>
            <a:lvl8pPr algn="l">
              <a:defRPr sz="1725" b="1">
                <a:solidFill>
                  <a:srgbClr val="142D49"/>
                </a:solidFill>
              </a:defRPr>
            </a:lvl8pPr>
            <a:lvl9pPr algn="l">
              <a:defRPr sz="1725" b="1">
                <a:solidFill>
                  <a:srgbClr val="142D49"/>
                </a:solidFill>
              </a:defRPr>
            </a:lvl9pPr>
          </a:lstStyle>
          <a:p>
            <a:pPr algn="l">
              <a:defRPr sz="1725" b="1">
                <a:solidFill>
                  <a:srgbClr val="142D49"/>
                </a:solidFill>
              </a:defRPr>
            </a:pPr>
            <a:r>
              <a:rPr sz="1725" b="1">
                <a:solidFill>
                  <a:srgbClr val="142D49"/>
                </a:solidFill>
              </a:rPr>
              <a:t>Custo do processo</a:t>
            </a:r>
          </a:p>
        </p:txBody>
      </p:sp>
      <p:sp>
        <p:nvSpPr>
          <p:cNvPr id="8" name="Descrição Custo do processo">
            <a:extLst>
              <a:ext uri="{FF2B5EF4-FFF2-40B4-BE49-F238E27FC236}">
                <a16:creationId xmlns:a16="http://schemas.microsoft.com/office/drawing/2014/main" id="{B64C0B13-E593-4228-AF25-6F45FB5D7CB4}"/>
              </a:ext>
            </a:extLst>
          </p:cNvPr>
          <p:cNvSpPr>
            <a:spLocks noGrp="1"/>
          </p:cNvSpPr>
          <p:nvPr/>
        </p:nvSpPr>
        <p:spPr>
          <a:xfrm>
            <a:off x="883920" y="2600325"/>
            <a:ext cx="3105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5B7087"/>
                </a:solidFill>
              </a:defRPr>
            </a:defPPr>
            <a:lvl1pPr algn="l">
              <a:defRPr sz="1275" b="0">
                <a:solidFill>
                  <a:srgbClr val="5B7087"/>
                </a:solidFill>
              </a:defRPr>
            </a:lvl1pPr>
            <a:lvl2pPr algn="l">
              <a:defRPr sz="1275" b="0">
                <a:solidFill>
                  <a:srgbClr val="5B7087"/>
                </a:solidFill>
              </a:defRPr>
            </a:lvl2pPr>
            <a:lvl3pPr algn="l">
              <a:defRPr sz="1275" b="0">
                <a:solidFill>
                  <a:srgbClr val="5B7087"/>
                </a:solidFill>
              </a:defRPr>
            </a:lvl3pPr>
            <a:lvl4pPr algn="l">
              <a:defRPr sz="1275" b="0">
                <a:solidFill>
                  <a:srgbClr val="5B7087"/>
                </a:solidFill>
              </a:defRPr>
            </a:lvl4pPr>
            <a:lvl5pPr algn="l">
              <a:defRPr sz="1275" b="0">
                <a:solidFill>
                  <a:srgbClr val="5B7087"/>
                </a:solidFill>
              </a:defRPr>
            </a:lvl5pPr>
            <a:lvl6pPr algn="l">
              <a:defRPr sz="1275" b="0">
                <a:solidFill>
                  <a:srgbClr val="5B7087"/>
                </a:solidFill>
              </a:defRPr>
            </a:lvl6pPr>
            <a:lvl7pPr algn="l">
              <a:defRPr sz="1275" b="0">
                <a:solidFill>
                  <a:srgbClr val="5B7087"/>
                </a:solidFill>
              </a:defRPr>
            </a:lvl7pPr>
            <a:lvl8pPr algn="l">
              <a:defRPr sz="1275" b="0">
                <a:solidFill>
                  <a:srgbClr val="5B7087"/>
                </a:solidFill>
              </a:defRPr>
            </a:lvl8pPr>
            <a:lvl9pPr algn="l">
              <a:defRPr sz="1275" b="0">
                <a:solidFill>
                  <a:srgbClr val="5B7087"/>
                </a:solidFill>
              </a:defRPr>
            </a:lvl9pPr>
          </a:lstStyle>
          <a:p>
            <a:pPr algn="l">
              <a:defRPr sz="1275" b="0">
                <a:solidFill>
                  <a:srgbClr val="5B7087"/>
                </a:solidFill>
              </a:defRPr>
            </a:pPr>
            <a:r>
              <a:rPr sz="1275" b="0">
                <a:solidFill>
                  <a:srgbClr val="5B7087"/>
                </a:solidFill>
              </a:rPr>
              <a:t>O resultado do modelo pode gerar trabalho para RH.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12600560-D1D2-406C-8329-553C70403E30}"/>
              </a:ext>
            </a:extLst>
          </p:cNvPr>
          <p:cNvSpPr>
            <a:spLocks noGrp="1"/>
          </p:cNvSpPr>
          <p:nvPr/>
        </p:nvSpPr>
        <p:spPr>
          <a:xfrm>
            <a:off x="883920" y="3209925"/>
            <a:ext cx="312420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Custo do processo ponto 1">
            <a:extLst>
              <a:ext uri="{FF2B5EF4-FFF2-40B4-BE49-F238E27FC236}">
                <a16:creationId xmlns:a16="http://schemas.microsoft.com/office/drawing/2014/main" id="{B1C56D0E-E140-4534-8B6C-81DFD48551B7}"/>
              </a:ext>
            </a:extLst>
          </p:cNvPr>
          <p:cNvSpPr>
            <a:spLocks noGrp="1"/>
          </p:cNvSpPr>
          <p:nvPr/>
        </p:nvSpPr>
        <p:spPr>
          <a:xfrm>
            <a:off x="883920" y="3390900"/>
            <a:ext cx="3105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42D49"/>
                </a:solidFill>
              </a:defRPr>
            </a:defPPr>
            <a:lvl1pPr algn="l">
              <a:defRPr sz="1275" b="1">
                <a:solidFill>
                  <a:srgbClr val="142D49"/>
                </a:solidFill>
              </a:defRPr>
            </a:lvl1pPr>
            <a:lvl2pPr algn="l">
              <a:defRPr sz="1275" b="1">
                <a:solidFill>
                  <a:srgbClr val="142D49"/>
                </a:solidFill>
              </a:defRPr>
            </a:lvl2pPr>
            <a:lvl3pPr algn="l">
              <a:defRPr sz="1275" b="1">
                <a:solidFill>
                  <a:srgbClr val="142D49"/>
                </a:solidFill>
              </a:defRPr>
            </a:lvl3pPr>
            <a:lvl4pPr algn="l">
              <a:defRPr sz="1275" b="1">
                <a:solidFill>
                  <a:srgbClr val="142D49"/>
                </a:solidFill>
              </a:defRPr>
            </a:lvl4pPr>
            <a:lvl5pPr algn="l">
              <a:defRPr sz="1275" b="1">
                <a:solidFill>
                  <a:srgbClr val="142D49"/>
                </a:solidFill>
              </a:defRPr>
            </a:lvl5pPr>
            <a:lvl6pPr algn="l">
              <a:defRPr sz="1275" b="1">
                <a:solidFill>
                  <a:srgbClr val="142D49"/>
                </a:solidFill>
              </a:defRPr>
            </a:lvl6pPr>
            <a:lvl7pPr algn="l">
              <a:defRPr sz="1275" b="1">
                <a:solidFill>
                  <a:srgbClr val="142D49"/>
                </a:solidFill>
              </a:defRPr>
            </a:lvl7pPr>
            <a:lvl8pPr algn="l">
              <a:defRPr sz="1275" b="1">
                <a:solidFill>
                  <a:srgbClr val="142D49"/>
                </a:solidFill>
              </a:defRPr>
            </a:lvl8pPr>
            <a:lvl9pPr algn="l">
              <a:defRPr sz="1275" b="1">
                <a:solidFill>
                  <a:srgbClr val="142D49"/>
                </a:solidFill>
              </a:defRPr>
            </a:lvl9pPr>
          </a:lstStyle>
          <a:p>
            <a:pPr algn="l">
              <a:defRPr sz="1275" b="1">
                <a:solidFill>
                  <a:srgbClr val="142D49"/>
                </a:solidFill>
              </a:defRPr>
            </a:pPr>
            <a:r>
              <a:rPr sz="1275" b="1">
                <a:solidFill>
                  <a:srgbClr val="142D49"/>
                </a:solidFill>
              </a:rPr>
              <a:t>Falsos positivos</a:t>
            </a:r>
          </a:p>
        </p:txBody>
      </p:sp>
      <p:sp>
        <p:nvSpPr>
          <p:cNvPr id="11" name="Custo do processo detalhe 1">
            <a:extLst>
              <a:ext uri="{FF2B5EF4-FFF2-40B4-BE49-F238E27FC236}">
                <a16:creationId xmlns:a16="http://schemas.microsoft.com/office/drawing/2014/main" id="{8EAE361C-CD70-4033-BB14-C1E339988226}"/>
              </a:ext>
            </a:extLst>
          </p:cNvPr>
          <p:cNvSpPr>
            <a:spLocks noGrp="1"/>
          </p:cNvSpPr>
          <p:nvPr/>
        </p:nvSpPr>
        <p:spPr>
          <a:xfrm>
            <a:off x="883920" y="3629025"/>
            <a:ext cx="3105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5B7087"/>
                </a:solidFill>
              </a:defRPr>
            </a:defPPr>
            <a:lvl1pPr algn="l">
              <a:defRPr sz="1125" b="0">
                <a:solidFill>
                  <a:srgbClr val="5B7087"/>
                </a:solidFill>
              </a:defRPr>
            </a:lvl1pPr>
            <a:lvl2pPr algn="l">
              <a:defRPr sz="1125" b="0">
                <a:solidFill>
                  <a:srgbClr val="5B7087"/>
                </a:solidFill>
              </a:defRPr>
            </a:lvl2pPr>
            <a:lvl3pPr algn="l">
              <a:defRPr sz="1125" b="0">
                <a:solidFill>
                  <a:srgbClr val="5B7087"/>
                </a:solidFill>
              </a:defRPr>
            </a:lvl3pPr>
            <a:lvl4pPr algn="l">
              <a:defRPr sz="1125" b="0">
                <a:solidFill>
                  <a:srgbClr val="5B7087"/>
                </a:solidFill>
              </a:defRPr>
            </a:lvl4pPr>
            <a:lvl5pPr algn="l">
              <a:defRPr sz="1125" b="0">
                <a:solidFill>
                  <a:srgbClr val="5B7087"/>
                </a:solidFill>
              </a:defRPr>
            </a:lvl5pPr>
            <a:lvl6pPr algn="l">
              <a:defRPr sz="1125" b="0">
                <a:solidFill>
                  <a:srgbClr val="5B7087"/>
                </a:solidFill>
              </a:defRPr>
            </a:lvl6pPr>
            <a:lvl7pPr algn="l">
              <a:defRPr sz="1125" b="0">
                <a:solidFill>
                  <a:srgbClr val="5B7087"/>
                </a:solidFill>
              </a:defRPr>
            </a:lvl7pPr>
            <a:lvl8pPr algn="l">
              <a:defRPr sz="1125" b="0">
                <a:solidFill>
                  <a:srgbClr val="5B7087"/>
                </a:solidFill>
              </a:defRPr>
            </a:lvl8pPr>
            <a:lvl9pPr algn="l">
              <a:defRPr sz="1125" b="0">
                <a:solidFill>
                  <a:srgbClr val="5B7087"/>
                </a:solidFill>
              </a:defRPr>
            </a:lvl9pPr>
          </a:lstStyle>
          <a:p>
            <a:pPr algn="l">
              <a:defRPr sz="1125" b="0">
                <a:solidFill>
                  <a:srgbClr val="5B7087"/>
                </a:solidFill>
              </a:defRPr>
            </a:pPr>
            <a:r>
              <a:rPr sz="1125" b="0">
                <a:solidFill>
                  <a:srgbClr val="5B7087"/>
                </a:solidFill>
              </a:rPr>
              <a:t>Contactos sem intenção real de mudar</a:t>
            </a:r>
          </a:p>
        </p:txBody>
      </p:sp>
      <p:sp>
        <p:nvSpPr>
          <p:cNvPr id="12" name="Custo do processo ponto 2">
            <a:extLst>
              <a:ext uri="{FF2B5EF4-FFF2-40B4-BE49-F238E27FC236}">
                <a16:creationId xmlns:a16="http://schemas.microsoft.com/office/drawing/2014/main" id="{F1AC9CCA-4A39-49B8-BB77-A527F9CD2468}"/>
              </a:ext>
            </a:extLst>
          </p:cNvPr>
          <p:cNvSpPr>
            <a:spLocks noGrp="1"/>
          </p:cNvSpPr>
          <p:nvPr/>
        </p:nvSpPr>
        <p:spPr>
          <a:xfrm>
            <a:off x="883920" y="4019550"/>
            <a:ext cx="3105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42D49"/>
                </a:solidFill>
              </a:defRPr>
            </a:defPPr>
            <a:lvl1pPr algn="l">
              <a:defRPr sz="1275" b="1">
                <a:solidFill>
                  <a:srgbClr val="142D49"/>
                </a:solidFill>
              </a:defRPr>
            </a:lvl1pPr>
            <a:lvl2pPr algn="l">
              <a:defRPr sz="1275" b="1">
                <a:solidFill>
                  <a:srgbClr val="142D49"/>
                </a:solidFill>
              </a:defRPr>
            </a:lvl2pPr>
            <a:lvl3pPr algn="l">
              <a:defRPr sz="1275" b="1">
                <a:solidFill>
                  <a:srgbClr val="142D49"/>
                </a:solidFill>
              </a:defRPr>
            </a:lvl3pPr>
            <a:lvl4pPr algn="l">
              <a:defRPr sz="1275" b="1">
                <a:solidFill>
                  <a:srgbClr val="142D49"/>
                </a:solidFill>
              </a:defRPr>
            </a:lvl4pPr>
            <a:lvl5pPr algn="l">
              <a:defRPr sz="1275" b="1">
                <a:solidFill>
                  <a:srgbClr val="142D49"/>
                </a:solidFill>
              </a:defRPr>
            </a:lvl5pPr>
            <a:lvl6pPr algn="l">
              <a:defRPr sz="1275" b="1">
                <a:solidFill>
                  <a:srgbClr val="142D49"/>
                </a:solidFill>
              </a:defRPr>
            </a:lvl6pPr>
            <a:lvl7pPr algn="l">
              <a:defRPr sz="1275" b="1">
                <a:solidFill>
                  <a:srgbClr val="142D49"/>
                </a:solidFill>
              </a:defRPr>
            </a:lvl7pPr>
            <a:lvl8pPr algn="l">
              <a:defRPr sz="1275" b="1">
                <a:solidFill>
                  <a:srgbClr val="142D49"/>
                </a:solidFill>
              </a:defRPr>
            </a:lvl8pPr>
            <a:lvl9pPr algn="l">
              <a:defRPr sz="1275" b="1">
                <a:solidFill>
                  <a:srgbClr val="142D49"/>
                </a:solidFill>
              </a:defRPr>
            </a:lvl9pPr>
          </a:lstStyle>
          <a:p>
            <a:pPr algn="l">
              <a:defRPr sz="1275" b="1">
                <a:solidFill>
                  <a:srgbClr val="142D49"/>
                </a:solidFill>
              </a:defRPr>
            </a:pPr>
            <a:r>
              <a:rPr sz="1275" b="1">
                <a:solidFill>
                  <a:srgbClr val="142D49"/>
                </a:solidFill>
              </a:rPr>
              <a:t>Falsos negativos</a:t>
            </a:r>
          </a:p>
        </p:txBody>
      </p:sp>
      <p:sp>
        <p:nvSpPr>
          <p:cNvPr id="13" name="Custo do processo detalhe 2">
            <a:extLst>
              <a:ext uri="{FF2B5EF4-FFF2-40B4-BE49-F238E27FC236}">
                <a16:creationId xmlns:a16="http://schemas.microsoft.com/office/drawing/2014/main" id="{7C5C6A45-1D55-4B8F-8647-9D76C57F040D}"/>
              </a:ext>
            </a:extLst>
          </p:cNvPr>
          <p:cNvSpPr>
            <a:spLocks noGrp="1"/>
          </p:cNvSpPr>
          <p:nvPr/>
        </p:nvSpPr>
        <p:spPr>
          <a:xfrm>
            <a:off x="883920" y="4257675"/>
            <a:ext cx="3105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5B7087"/>
                </a:solidFill>
              </a:defRPr>
            </a:defPPr>
            <a:lvl1pPr algn="l">
              <a:defRPr sz="1125" b="0">
                <a:solidFill>
                  <a:srgbClr val="5B7087"/>
                </a:solidFill>
              </a:defRPr>
            </a:lvl1pPr>
            <a:lvl2pPr algn="l">
              <a:defRPr sz="1125" b="0">
                <a:solidFill>
                  <a:srgbClr val="5B7087"/>
                </a:solidFill>
              </a:defRPr>
            </a:lvl2pPr>
            <a:lvl3pPr algn="l">
              <a:defRPr sz="1125" b="0">
                <a:solidFill>
                  <a:srgbClr val="5B7087"/>
                </a:solidFill>
              </a:defRPr>
            </a:lvl3pPr>
            <a:lvl4pPr algn="l">
              <a:defRPr sz="1125" b="0">
                <a:solidFill>
                  <a:srgbClr val="5B7087"/>
                </a:solidFill>
              </a:defRPr>
            </a:lvl4pPr>
            <a:lvl5pPr algn="l">
              <a:defRPr sz="1125" b="0">
                <a:solidFill>
                  <a:srgbClr val="5B7087"/>
                </a:solidFill>
              </a:defRPr>
            </a:lvl5pPr>
            <a:lvl6pPr algn="l">
              <a:defRPr sz="1125" b="0">
                <a:solidFill>
                  <a:srgbClr val="5B7087"/>
                </a:solidFill>
              </a:defRPr>
            </a:lvl6pPr>
            <a:lvl7pPr algn="l">
              <a:defRPr sz="1125" b="0">
                <a:solidFill>
                  <a:srgbClr val="5B7087"/>
                </a:solidFill>
              </a:defRPr>
            </a:lvl7pPr>
            <a:lvl8pPr algn="l">
              <a:defRPr sz="1125" b="0">
                <a:solidFill>
                  <a:srgbClr val="5B7087"/>
                </a:solidFill>
              </a:defRPr>
            </a:lvl8pPr>
            <a:lvl9pPr algn="l">
              <a:defRPr sz="1125" b="0">
                <a:solidFill>
                  <a:srgbClr val="5B7087"/>
                </a:solidFill>
              </a:defRPr>
            </a:lvl9pPr>
          </a:lstStyle>
          <a:p>
            <a:pPr algn="l">
              <a:defRPr sz="1125" b="0">
                <a:solidFill>
                  <a:srgbClr val="5B7087"/>
                </a:solidFill>
              </a:defRPr>
            </a:pPr>
            <a:r>
              <a:rPr sz="1125" b="0">
                <a:solidFill>
                  <a:srgbClr val="5B7087"/>
                </a:solidFill>
              </a:rPr>
              <a:t>Candidatos com intenção que não são identificados</a:t>
            </a:r>
          </a:p>
        </p:txBody>
      </p:sp>
      <p:sp>
        <p:nvSpPr>
          <p:cNvPr id="14" name="Painel Custo operacional">
            <a:extLst>
              <a:ext uri="{FF2B5EF4-FFF2-40B4-BE49-F238E27FC236}">
                <a16:creationId xmlns:a16="http://schemas.microsoft.com/office/drawing/2014/main" id="{0AE3AE92-5573-41D4-8482-C079C1F5CDFA}"/>
              </a:ext>
            </a:extLst>
          </p:cNvPr>
          <p:cNvSpPr>
            <a:spLocks noGrp="1"/>
          </p:cNvSpPr>
          <p:nvPr/>
        </p:nvSpPr>
        <p:spPr>
          <a:xfrm>
            <a:off x="4427220" y="1924050"/>
            <a:ext cx="3581400" cy="2914650"/>
          </a:xfrm>
          <a:prstGeom prst="roundRect">
            <a:avLst>
              <a:gd name="adj" fmla="val 2614"/>
            </a:avLst>
          </a:prstGeom>
          <a:solidFill>
            <a:srgbClr val="E7EEF6"/>
          </a:solidFill>
          <a:ln w="9525"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Barra Custo operacional">
            <a:extLst>
              <a:ext uri="{FF2B5EF4-FFF2-40B4-BE49-F238E27FC236}">
                <a16:creationId xmlns:a16="http://schemas.microsoft.com/office/drawing/2014/main" id="{E200BCEA-9824-4FCA-832A-164D28EC5399}"/>
              </a:ext>
            </a:extLst>
          </p:cNvPr>
          <p:cNvSpPr>
            <a:spLocks noGrp="1"/>
          </p:cNvSpPr>
          <p:nvPr/>
        </p:nvSpPr>
        <p:spPr>
          <a:xfrm>
            <a:off x="4427220" y="1924050"/>
            <a:ext cx="3581400" cy="76200"/>
          </a:xfrm>
          <a:prstGeom prst="rect">
            <a:avLst/>
          </a:prstGeom>
          <a:solidFill>
            <a:srgbClr val="3567A0"/>
          </a:solidFill>
          <a:ln w="0">
            <a:noFill/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Número 2">
            <a:extLst>
              <a:ext uri="{FF2B5EF4-FFF2-40B4-BE49-F238E27FC236}">
                <a16:creationId xmlns:a16="http://schemas.microsoft.com/office/drawing/2014/main" id="{62692CB3-426B-4FAD-8EC6-721190D9CA58}"/>
              </a:ext>
            </a:extLst>
          </p:cNvPr>
          <p:cNvSpPr>
            <a:spLocks noGrp="1"/>
          </p:cNvSpPr>
          <p:nvPr/>
        </p:nvSpPr>
        <p:spPr>
          <a:xfrm>
            <a:off x="4655820" y="21717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3567A0"/>
                </a:solidFill>
              </a:defRPr>
            </a:defPPr>
            <a:lvl1pPr algn="l">
              <a:defRPr sz="1200" b="1">
                <a:solidFill>
                  <a:srgbClr val="3567A0"/>
                </a:solidFill>
              </a:defRPr>
            </a:lvl1pPr>
            <a:lvl2pPr algn="l">
              <a:defRPr sz="1200" b="1">
                <a:solidFill>
                  <a:srgbClr val="3567A0"/>
                </a:solidFill>
              </a:defRPr>
            </a:lvl2pPr>
            <a:lvl3pPr algn="l">
              <a:defRPr sz="1200" b="1">
                <a:solidFill>
                  <a:srgbClr val="3567A0"/>
                </a:solidFill>
              </a:defRPr>
            </a:lvl3pPr>
            <a:lvl4pPr algn="l">
              <a:defRPr sz="1200" b="1">
                <a:solidFill>
                  <a:srgbClr val="3567A0"/>
                </a:solidFill>
              </a:defRPr>
            </a:lvl4pPr>
            <a:lvl5pPr algn="l">
              <a:defRPr sz="1200" b="1">
                <a:solidFill>
                  <a:srgbClr val="3567A0"/>
                </a:solidFill>
              </a:defRPr>
            </a:lvl5pPr>
            <a:lvl6pPr algn="l">
              <a:defRPr sz="1200" b="1">
                <a:solidFill>
                  <a:srgbClr val="3567A0"/>
                </a:solidFill>
              </a:defRPr>
            </a:lvl6pPr>
            <a:lvl7pPr algn="l">
              <a:defRPr sz="1200" b="1">
                <a:solidFill>
                  <a:srgbClr val="3567A0"/>
                </a:solidFill>
              </a:defRPr>
            </a:lvl7pPr>
            <a:lvl8pPr algn="l">
              <a:defRPr sz="1200" b="1">
                <a:solidFill>
                  <a:srgbClr val="3567A0"/>
                </a:solidFill>
              </a:defRPr>
            </a:lvl8pPr>
            <a:lvl9pPr algn="l">
              <a:defRPr sz="1200" b="1">
                <a:solidFill>
                  <a:srgbClr val="3567A0"/>
                </a:solidFill>
              </a:defRPr>
            </a:lvl9pPr>
          </a:lstStyle>
          <a:p>
            <a:pPr algn="l">
              <a:defRPr sz="1200" b="1">
                <a:solidFill>
                  <a:srgbClr val="3567A0"/>
                </a:solidFill>
              </a:defRPr>
            </a:pPr>
            <a:r>
              <a:rPr sz="1200" b="1">
                <a:solidFill>
                  <a:srgbClr val="3567A0"/>
                </a:solidFill>
              </a:rPr>
              <a:t>02</a:t>
            </a:r>
          </a:p>
        </p:txBody>
      </p:sp>
      <p:sp>
        <p:nvSpPr>
          <p:cNvPr id="17" name="Título Custo operacional">
            <a:extLst>
              <a:ext uri="{FF2B5EF4-FFF2-40B4-BE49-F238E27FC236}">
                <a16:creationId xmlns:a16="http://schemas.microsoft.com/office/drawing/2014/main" id="{625638BC-FDA1-43A6-8AF9-769475F42DAD}"/>
              </a:ext>
            </a:extLst>
          </p:cNvPr>
          <p:cNvSpPr>
            <a:spLocks noGrp="1"/>
          </p:cNvSpPr>
          <p:nvPr/>
        </p:nvSpPr>
        <p:spPr>
          <a:xfrm>
            <a:off x="5113020" y="2114550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142D49"/>
                </a:solidFill>
              </a:defRPr>
            </a:defPPr>
            <a:lvl1pPr algn="l">
              <a:defRPr sz="1725" b="1">
                <a:solidFill>
                  <a:srgbClr val="142D49"/>
                </a:solidFill>
              </a:defRPr>
            </a:lvl1pPr>
            <a:lvl2pPr algn="l">
              <a:defRPr sz="1725" b="1">
                <a:solidFill>
                  <a:srgbClr val="142D49"/>
                </a:solidFill>
              </a:defRPr>
            </a:lvl2pPr>
            <a:lvl3pPr algn="l">
              <a:defRPr sz="1725" b="1">
                <a:solidFill>
                  <a:srgbClr val="142D49"/>
                </a:solidFill>
              </a:defRPr>
            </a:lvl3pPr>
            <a:lvl4pPr algn="l">
              <a:defRPr sz="1725" b="1">
                <a:solidFill>
                  <a:srgbClr val="142D49"/>
                </a:solidFill>
              </a:defRPr>
            </a:lvl4pPr>
            <a:lvl5pPr algn="l">
              <a:defRPr sz="1725" b="1">
                <a:solidFill>
                  <a:srgbClr val="142D49"/>
                </a:solidFill>
              </a:defRPr>
            </a:lvl5pPr>
            <a:lvl6pPr algn="l">
              <a:defRPr sz="1725" b="1">
                <a:solidFill>
                  <a:srgbClr val="142D49"/>
                </a:solidFill>
              </a:defRPr>
            </a:lvl6pPr>
            <a:lvl7pPr algn="l">
              <a:defRPr sz="1725" b="1">
                <a:solidFill>
                  <a:srgbClr val="142D49"/>
                </a:solidFill>
              </a:defRPr>
            </a:lvl7pPr>
            <a:lvl8pPr algn="l">
              <a:defRPr sz="1725" b="1">
                <a:solidFill>
                  <a:srgbClr val="142D49"/>
                </a:solidFill>
              </a:defRPr>
            </a:lvl8pPr>
            <a:lvl9pPr algn="l">
              <a:defRPr sz="1725" b="1">
                <a:solidFill>
                  <a:srgbClr val="142D49"/>
                </a:solidFill>
              </a:defRPr>
            </a:lvl9pPr>
          </a:lstStyle>
          <a:p>
            <a:pPr algn="l">
              <a:defRPr sz="1725" b="1">
                <a:solidFill>
                  <a:srgbClr val="142D49"/>
                </a:solidFill>
              </a:defRPr>
            </a:pPr>
            <a:r>
              <a:rPr sz="1725" b="1">
                <a:solidFill>
                  <a:srgbClr val="142D49"/>
                </a:solidFill>
              </a:rPr>
              <a:t>Custo operacional</a:t>
            </a:r>
          </a:p>
        </p:txBody>
      </p:sp>
      <p:sp>
        <p:nvSpPr>
          <p:cNvPr id="18" name="Descrição Custo operacional">
            <a:extLst>
              <a:ext uri="{FF2B5EF4-FFF2-40B4-BE49-F238E27FC236}">
                <a16:creationId xmlns:a16="http://schemas.microsoft.com/office/drawing/2014/main" id="{B80E3833-BA19-4231-9767-2B9E2717B67B}"/>
              </a:ext>
            </a:extLst>
          </p:cNvPr>
          <p:cNvSpPr>
            <a:spLocks noGrp="1"/>
          </p:cNvSpPr>
          <p:nvPr/>
        </p:nvSpPr>
        <p:spPr>
          <a:xfrm>
            <a:off x="4655820" y="2600325"/>
            <a:ext cx="3105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5B7087"/>
                </a:solidFill>
              </a:defRPr>
            </a:defPPr>
            <a:lvl1pPr algn="l">
              <a:defRPr sz="1275" b="0">
                <a:solidFill>
                  <a:srgbClr val="5B7087"/>
                </a:solidFill>
              </a:defRPr>
            </a:lvl1pPr>
            <a:lvl2pPr algn="l">
              <a:defRPr sz="1275" b="0">
                <a:solidFill>
                  <a:srgbClr val="5B7087"/>
                </a:solidFill>
              </a:defRPr>
            </a:lvl2pPr>
            <a:lvl3pPr algn="l">
              <a:defRPr sz="1275" b="0">
                <a:solidFill>
                  <a:srgbClr val="5B7087"/>
                </a:solidFill>
              </a:defRPr>
            </a:lvl3pPr>
            <a:lvl4pPr algn="l">
              <a:defRPr sz="1275" b="0">
                <a:solidFill>
                  <a:srgbClr val="5B7087"/>
                </a:solidFill>
              </a:defRPr>
            </a:lvl4pPr>
            <a:lvl5pPr algn="l">
              <a:defRPr sz="1275" b="0">
                <a:solidFill>
                  <a:srgbClr val="5B7087"/>
                </a:solidFill>
              </a:defRPr>
            </a:lvl5pPr>
            <a:lvl6pPr algn="l">
              <a:defRPr sz="1275" b="0">
                <a:solidFill>
                  <a:srgbClr val="5B7087"/>
                </a:solidFill>
              </a:defRPr>
            </a:lvl6pPr>
            <a:lvl7pPr algn="l">
              <a:defRPr sz="1275" b="0">
                <a:solidFill>
                  <a:srgbClr val="5B7087"/>
                </a:solidFill>
              </a:defRPr>
            </a:lvl7pPr>
            <a:lvl8pPr algn="l">
              <a:defRPr sz="1275" b="0">
                <a:solidFill>
                  <a:srgbClr val="5B7087"/>
                </a:solidFill>
              </a:defRPr>
            </a:lvl8pPr>
            <a:lvl9pPr algn="l">
              <a:defRPr sz="1275" b="0">
                <a:solidFill>
                  <a:srgbClr val="5B7087"/>
                </a:solidFill>
              </a:defRPr>
            </a:lvl9pPr>
          </a:lstStyle>
          <a:p>
            <a:pPr algn="l">
              <a:defRPr sz="1275" b="0">
                <a:solidFill>
                  <a:srgbClr val="5B7087"/>
                </a:solidFill>
              </a:defRPr>
            </a:pPr>
            <a:r>
              <a:rPr sz="1275" b="0">
                <a:solidFill>
                  <a:srgbClr val="5B7087"/>
                </a:solidFill>
              </a:rPr>
              <a:t>O modelo também requer meios para funcionar.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8A2B984-6F1B-42E3-AD45-53D79ADB7929}"/>
              </a:ext>
            </a:extLst>
          </p:cNvPr>
          <p:cNvSpPr>
            <a:spLocks noGrp="1"/>
          </p:cNvSpPr>
          <p:nvPr/>
        </p:nvSpPr>
        <p:spPr>
          <a:xfrm>
            <a:off x="4655820" y="3209925"/>
            <a:ext cx="312420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Custo operacional ponto 1">
            <a:extLst>
              <a:ext uri="{FF2B5EF4-FFF2-40B4-BE49-F238E27FC236}">
                <a16:creationId xmlns:a16="http://schemas.microsoft.com/office/drawing/2014/main" id="{FE87EBB1-32E7-424D-91A4-F8C7428357D0}"/>
              </a:ext>
            </a:extLst>
          </p:cNvPr>
          <p:cNvSpPr>
            <a:spLocks noGrp="1"/>
          </p:cNvSpPr>
          <p:nvPr/>
        </p:nvSpPr>
        <p:spPr>
          <a:xfrm>
            <a:off x="4655820" y="3390900"/>
            <a:ext cx="3105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42D49"/>
                </a:solidFill>
              </a:defRPr>
            </a:defPPr>
            <a:lvl1pPr algn="l">
              <a:defRPr sz="1275" b="1">
                <a:solidFill>
                  <a:srgbClr val="142D49"/>
                </a:solidFill>
              </a:defRPr>
            </a:lvl1pPr>
            <a:lvl2pPr algn="l">
              <a:defRPr sz="1275" b="1">
                <a:solidFill>
                  <a:srgbClr val="142D49"/>
                </a:solidFill>
              </a:defRPr>
            </a:lvl2pPr>
            <a:lvl3pPr algn="l">
              <a:defRPr sz="1275" b="1">
                <a:solidFill>
                  <a:srgbClr val="142D49"/>
                </a:solidFill>
              </a:defRPr>
            </a:lvl3pPr>
            <a:lvl4pPr algn="l">
              <a:defRPr sz="1275" b="1">
                <a:solidFill>
                  <a:srgbClr val="142D49"/>
                </a:solidFill>
              </a:defRPr>
            </a:lvl4pPr>
            <a:lvl5pPr algn="l">
              <a:defRPr sz="1275" b="1">
                <a:solidFill>
                  <a:srgbClr val="142D49"/>
                </a:solidFill>
              </a:defRPr>
            </a:lvl5pPr>
            <a:lvl6pPr algn="l">
              <a:defRPr sz="1275" b="1">
                <a:solidFill>
                  <a:srgbClr val="142D49"/>
                </a:solidFill>
              </a:defRPr>
            </a:lvl6pPr>
            <a:lvl7pPr algn="l">
              <a:defRPr sz="1275" b="1">
                <a:solidFill>
                  <a:srgbClr val="142D49"/>
                </a:solidFill>
              </a:defRPr>
            </a:lvl7pPr>
            <a:lvl8pPr algn="l">
              <a:defRPr sz="1275" b="1">
                <a:solidFill>
                  <a:srgbClr val="142D49"/>
                </a:solidFill>
              </a:defRPr>
            </a:lvl8pPr>
            <a:lvl9pPr algn="l">
              <a:defRPr sz="1275" b="1">
                <a:solidFill>
                  <a:srgbClr val="142D49"/>
                </a:solidFill>
              </a:defRPr>
            </a:lvl9pPr>
          </a:lstStyle>
          <a:p>
            <a:pPr algn="l">
              <a:defRPr sz="1275" b="1">
                <a:solidFill>
                  <a:srgbClr val="142D49"/>
                </a:solidFill>
              </a:defRPr>
            </a:pPr>
            <a:r>
              <a:rPr sz="1275" b="1">
                <a:solidFill>
                  <a:srgbClr val="142D49"/>
                </a:solidFill>
              </a:rPr>
              <a:t>Implementação e manutenção</a:t>
            </a:r>
          </a:p>
        </p:txBody>
      </p:sp>
      <p:sp>
        <p:nvSpPr>
          <p:cNvPr id="21" name="Custo operacional detalhe 1">
            <a:extLst>
              <a:ext uri="{FF2B5EF4-FFF2-40B4-BE49-F238E27FC236}">
                <a16:creationId xmlns:a16="http://schemas.microsoft.com/office/drawing/2014/main" id="{0EA05C38-885A-4DC6-A10F-FF39C914E2EF}"/>
              </a:ext>
            </a:extLst>
          </p:cNvPr>
          <p:cNvSpPr>
            <a:spLocks noGrp="1"/>
          </p:cNvSpPr>
          <p:nvPr/>
        </p:nvSpPr>
        <p:spPr>
          <a:xfrm>
            <a:off x="4655820" y="3629025"/>
            <a:ext cx="3105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5B7087"/>
                </a:solidFill>
              </a:defRPr>
            </a:defPPr>
            <a:lvl1pPr algn="l">
              <a:defRPr sz="1125" b="0">
                <a:solidFill>
                  <a:srgbClr val="5B7087"/>
                </a:solidFill>
              </a:defRPr>
            </a:lvl1pPr>
            <a:lvl2pPr algn="l">
              <a:defRPr sz="1125" b="0">
                <a:solidFill>
                  <a:srgbClr val="5B7087"/>
                </a:solidFill>
              </a:defRPr>
            </a:lvl2pPr>
            <a:lvl3pPr algn="l">
              <a:defRPr sz="1125" b="0">
                <a:solidFill>
                  <a:srgbClr val="5B7087"/>
                </a:solidFill>
              </a:defRPr>
            </a:lvl3pPr>
            <a:lvl4pPr algn="l">
              <a:defRPr sz="1125" b="0">
                <a:solidFill>
                  <a:srgbClr val="5B7087"/>
                </a:solidFill>
              </a:defRPr>
            </a:lvl4pPr>
            <a:lvl5pPr algn="l">
              <a:defRPr sz="1125" b="0">
                <a:solidFill>
                  <a:srgbClr val="5B7087"/>
                </a:solidFill>
              </a:defRPr>
            </a:lvl5pPr>
            <a:lvl6pPr algn="l">
              <a:defRPr sz="1125" b="0">
                <a:solidFill>
                  <a:srgbClr val="5B7087"/>
                </a:solidFill>
              </a:defRPr>
            </a:lvl6pPr>
            <a:lvl7pPr algn="l">
              <a:defRPr sz="1125" b="0">
                <a:solidFill>
                  <a:srgbClr val="5B7087"/>
                </a:solidFill>
              </a:defRPr>
            </a:lvl7pPr>
            <a:lvl8pPr algn="l">
              <a:defRPr sz="1125" b="0">
                <a:solidFill>
                  <a:srgbClr val="5B7087"/>
                </a:solidFill>
              </a:defRPr>
            </a:lvl8pPr>
            <a:lvl9pPr algn="l">
              <a:defRPr sz="1125" b="0">
                <a:solidFill>
                  <a:srgbClr val="5B7087"/>
                </a:solidFill>
              </a:defRPr>
            </a:lvl9pPr>
          </a:lstStyle>
          <a:p>
            <a:pPr algn="l">
              <a:defRPr sz="1125" b="0">
                <a:solidFill>
                  <a:srgbClr val="5B7087"/>
                </a:solidFill>
              </a:defRPr>
            </a:pPr>
            <a:r>
              <a:rPr sz="1125" b="0">
                <a:solidFill>
                  <a:srgbClr val="5B7087"/>
                </a:solidFill>
              </a:rPr>
              <a:t>Configuração e acompanhamento</a:t>
            </a:r>
          </a:p>
        </p:txBody>
      </p:sp>
      <p:sp>
        <p:nvSpPr>
          <p:cNvPr id="22" name="Custo operacional ponto 2">
            <a:extLst>
              <a:ext uri="{FF2B5EF4-FFF2-40B4-BE49-F238E27FC236}">
                <a16:creationId xmlns:a16="http://schemas.microsoft.com/office/drawing/2014/main" id="{7B4D5564-9527-468B-B967-CA38A96F7A3B}"/>
              </a:ext>
            </a:extLst>
          </p:cNvPr>
          <p:cNvSpPr>
            <a:spLocks noGrp="1"/>
          </p:cNvSpPr>
          <p:nvPr/>
        </p:nvSpPr>
        <p:spPr>
          <a:xfrm>
            <a:off x="4655820" y="4019550"/>
            <a:ext cx="3105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42D49"/>
                </a:solidFill>
              </a:defRPr>
            </a:defPPr>
            <a:lvl1pPr algn="l">
              <a:defRPr sz="1275" b="1">
                <a:solidFill>
                  <a:srgbClr val="142D49"/>
                </a:solidFill>
              </a:defRPr>
            </a:lvl1pPr>
            <a:lvl2pPr algn="l">
              <a:defRPr sz="1275" b="1">
                <a:solidFill>
                  <a:srgbClr val="142D49"/>
                </a:solidFill>
              </a:defRPr>
            </a:lvl2pPr>
            <a:lvl3pPr algn="l">
              <a:defRPr sz="1275" b="1">
                <a:solidFill>
                  <a:srgbClr val="142D49"/>
                </a:solidFill>
              </a:defRPr>
            </a:lvl3pPr>
            <a:lvl4pPr algn="l">
              <a:defRPr sz="1275" b="1">
                <a:solidFill>
                  <a:srgbClr val="142D49"/>
                </a:solidFill>
              </a:defRPr>
            </a:lvl4pPr>
            <a:lvl5pPr algn="l">
              <a:defRPr sz="1275" b="1">
                <a:solidFill>
                  <a:srgbClr val="142D49"/>
                </a:solidFill>
              </a:defRPr>
            </a:lvl5pPr>
            <a:lvl6pPr algn="l">
              <a:defRPr sz="1275" b="1">
                <a:solidFill>
                  <a:srgbClr val="142D49"/>
                </a:solidFill>
              </a:defRPr>
            </a:lvl6pPr>
            <a:lvl7pPr algn="l">
              <a:defRPr sz="1275" b="1">
                <a:solidFill>
                  <a:srgbClr val="142D49"/>
                </a:solidFill>
              </a:defRPr>
            </a:lvl7pPr>
            <a:lvl8pPr algn="l">
              <a:defRPr sz="1275" b="1">
                <a:solidFill>
                  <a:srgbClr val="142D49"/>
                </a:solidFill>
              </a:defRPr>
            </a:lvl8pPr>
            <a:lvl9pPr algn="l">
              <a:defRPr sz="1275" b="1">
                <a:solidFill>
                  <a:srgbClr val="142D49"/>
                </a:solidFill>
              </a:defRPr>
            </a:lvl9pPr>
          </a:lstStyle>
          <a:p>
            <a:pPr algn="l">
              <a:defRPr sz="1275" b="1">
                <a:solidFill>
                  <a:srgbClr val="142D49"/>
                </a:solidFill>
              </a:defRPr>
            </a:pPr>
            <a:r>
              <a:rPr sz="1275" b="1">
                <a:solidFill>
                  <a:srgbClr val="142D49"/>
                </a:solidFill>
              </a:rPr>
              <a:t>Ferramentas e equipa</a:t>
            </a:r>
          </a:p>
        </p:txBody>
      </p:sp>
      <p:sp>
        <p:nvSpPr>
          <p:cNvPr id="23" name="Custo operacional detalhe 2">
            <a:extLst>
              <a:ext uri="{FF2B5EF4-FFF2-40B4-BE49-F238E27FC236}">
                <a16:creationId xmlns:a16="http://schemas.microsoft.com/office/drawing/2014/main" id="{B02EFC2E-9CB0-47F4-B590-9EBE5DF250E0}"/>
              </a:ext>
            </a:extLst>
          </p:cNvPr>
          <p:cNvSpPr>
            <a:spLocks noGrp="1"/>
          </p:cNvSpPr>
          <p:nvPr/>
        </p:nvSpPr>
        <p:spPr>
          <a:xfrm>
            <a:off x="4655820" y="4257675"/>
            <a:ext cx="3105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5B7087"/>
                </a:solidFill>
              </a:defRPr>
            </a:defPPr>
            <a:lvl1pPr algn="l">
              <a:defRPr sz="1125" b="0">
                <a:solidFill>
                  <a:srgbClr val="5B7087"/>
                </a:solidFill>
              </a:defRPr>
            </a:lvl1pPr>
            <a:lvl2pPr algn="l">
              <a:defRPr sz="1125" b="0">
                <a:solidFill>
                  <a:srgbClr val="5B7087"/>
                </a:solidFill>
              </a:defRPr>
            </a:lvl2pPr>
            <a:lvl3pPr algn="l">
              <a:defRPr sz="1125" b="0">
                <a:solidFill>
                  <a:srgbClr val="5B7087"/>
                </a:solidFill>
              </a:defRPr>
            </a:lvl3pPr>
            <a:lvl4pPr algn="l">
              <a:defRPr sz="1125" b="0">
                <a:solidFill>
                  <a:srgbClr val="5B7087"/>
                </a:solidFill>
              </a:defRPr>
            </a:lvl4pPr>
            <a:lvl5pPr algn="l">
              <a:defRPr sz="1125" b="0">
                <a:solidFill>
                  <a:srgbClr val="5B7087"/>
                </a:solidFill>
              </a:defRPr>
            </a:lvl5pPr>
            <a:lvl6pPr algn="l">
              <a:defRPr sz="1125" b="0">
                <a:solidFill>
                  <a:srgbClr val="5B7087"/>
                </a:solidFill>
              </a:defRPr>
            </a:lvl6pPr>
            <a:lvl7pPr algn="l">
              <a:defRPr sz="1125" b="0">
                <a:solidFill>
                  <a:srgbClr val="5B7087"/>
                </a:solidFill>
              </a:defRPr>
            </a:lvl7pPr>
            <a:lvl8pPr algn="l">
              <a:defRPr sz="1125" b="0">
                <a:solidFill>
                  <a:srgbClr val="5B7087"/>
                </a:solidFill>
              </a:defRPr>
            </a:lvl8pPr>
            <a:lvl9pPr algn="l">
              <a:defRPr sz="1125" b="0">
                <a:solidFill>
                  <a:srgbClr val="5B7087"/>
                </a:solidFill>
              </a:defRPr>
            </a:lvl9pPr>
          </a:lstStyle>
          <a:p>
            <a:pPr algn="l">
              <a:defRPr sz="1125" b="0">
                <a:solidFill>
                  <a:srgbClr val="5B7087"/>
                </a:solidFill>
              </a:defRPr>
            </a:pPr>
            <a:r>
              <a:rPr sz="1125" b="0">
                <a:solidFill>
                  <a:srgbClr val="5B7087"/>
                </a:solidFill>
              </a:rPr>
              <a:t>Tempo de RH e infraestrutura necessária</a:t>
            </a:r>
          </a:p>
        </p:txBody>
      </p:sp>
      <p:sp>
        <p:nvSpPr>
          <p:cNvPr id="24" name="Painel Recursos disponíveis">
            <a:extLst>
              <a:ext uri="{FF2B5EF4-FFF2-40B4-BE49-F238E27FC236}">
                <a16:creationId xmlns:a16="http://schemas.microsoft.com/office/drawing/2014/main" id="{2902D544-39EF-44F8-8EF6-1C9E947AC13D}"/>
              </a:ext>
            </a:extLst>
          </p:cNvPr>
          <p:cNvSpPr>
            <a:spLocks noGrp="1"/>
          </p:cNvSpPr>
          <p:nvPr/>
        </p:nvSpPr>
        <p:spPr>
          <a:xfrm>
            <a:off x="8199120" y="1924050"/>
            <a:ext cx="3581400" cy="2914650"/>
          </a:xfrm>
          <a:prstGeom prst="roundRect">
            <a:avLst>
              <a:gd name="adj" fmla="val 2614"/>
            </a:avLst>
          </a:prstGeom>
          <a:solidFill>
            <a:srgbClr val="E7F2EC"/>
          </a:solidFill>
          <a:ln w="9525"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Barra Recursos disponíveis">
            <a:extLst>
              <a:ext uri="{FF2B5EF4-FFF2-40B4-BE49-F238E27FC236}">
                <a16:creationId xmlns:a16="http://schemas.microsoft.com/office/drawing/2014/main" id="{C622C06A-35B3-4251-A617-AFC8F15774F9}"/>
              </a:ext>
            </a:extLst>
          </p:cNvPr>
          <p:cNvSpPr>
            <a:spLocks noGrp="1"/>
          </p:cNvSpPr>
          <p:nvPr/>
        </p:nvSpPr>
        <p:spPr>
          <a:xfrm>
            <a:off x="8199120" y="1924050"/>
            <a:ext cx="3581400" cy="76200"/>
          </a:xfrm>
          <a:prstGeom prst="rect">
            <a:avLst/>
          </a:prstGeom>
          <a:solidFill>
            <a:srgbClr val="24745D"/>
          </a:solidFill>
          <a:ln w="0">
            <a:noFill/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Número 3">
            <a:extLst>
              <a:ext uri="{FF2B5EF4-FFF2-40B4-BE49-F238E27FC236}">
                <a16:creationId xmlns:a16="http://schemas.microsoft.com/office/drawing/2014/main" id="{CE79D9F6-9321-4A43-978F-6CE8C9031678}"/>
              </a:ext>
            </a:extLst>
          </p:cNvPr>
          <p:cNvSpPr>
            <a:spLocks noGrp="1"/>
          </p:cNvSpPr>
          <p:nvPr/>
        </p:nvSpPr>
        <p:spPr>
          <a:xfrm>
            <a:off x="8427720" y="21717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24745D"/>
                </a:solidFill>
              </a:defRPr>
            </a:defPPr>
            <a:lvl1pPr algn="l">
              <a:defRPr sz="1200" b="1">
                <a:solidFill>
                  <a:srgbClr val="24745D"/>
                </a:solidFill>
              </a:defRPr>
            </a:lvl1pPr>
            <a:lvl2pPr algn="l">
              <a:defRPr sz="1200" b="1">
                <a:solidFill>
                  <a:srgbClr val="24745D"/>
                </a:solidFill>
              </a:defRPr>
            </a:lvl2pPr>
            <a:lvl3pPr algn="l">
              <a:defRPr sz="1200" b="1">
                <a:solidFill>
                  <a:srgbClr val="24745D"/>
                </a:solidFill>
              </a:defRPr>
            </a:lvl3pPr>
            <a:lvl4pPr algn="l">
              <a:defRPr sz="1200" b="1">
                <a:solidFill>
                  <a:srgbClr val="24745D"/>
                </a:solidFill>
              </a:defRPr>
            </a:lvl4pPr>
            <a:lvl5pPr algn="l">
              <a:defRPr sz="1200" b="1">
                <a:solidFill>
                  <a:srgbClr val="24745D"/>
                </a:solidFill>
              </a:defRPr>
            </a:lvl5pPr>
            <a:lvl6pPr algn="l">
              <a:defRPr sz="1200" b="1">
                <a:solidFill>
                  <a:srgbClr val="24745D"/>
                </a:solidFill>
              </a:defRPr>
            </a:lvl6pPr>
            <a:lvl7pPr algn="l">
              <a:defRPr sz="1200" b="1">
                <a:solidFill>
                  <a:srgbClr val="24745D"/>
                </a:solidFill>
              </a:defRPr>
            </a:lvl7pPr>
            <a:lvl8pPr algn="l">
              <a:defRPr sz="1200" b="1">
                <a:solidFill>
                  <a:srgbClr val="24745D"/>
                </a:solidFill>
              </a:defRPr>
            </a:lvl8pPr>
            <a:lvl9pPr algn="l">
              <a:defRPr sz="1200" b="1">
                <a:solidFill>
                  <a:srgbClr val="24745D"/>
                </a:solidFill>
              </a:defRPr>
            </a:lvl9pPr>
          </a:lstStyle>
          <a:p>
            <a:pPr algn="l">
              <a:defRPr sz="1200" b="1">
                <a:solidFill>
                  <a:srgbClr val="24745D"/>
                </a:solidFill>
              </a:defRPr>
            </a:pPr>
            <a:r>
              <a:rPr sz="1200" b="1">
                <a:solidFill>
                  <a:srgbClr val="24745D"/>
                </a:solidFill>
              </a:rPr>
              <a:t>03</a:t>
            </a:r>
          </a:p>
        </p:txBody>
      </p:sp>
      <p:sp>
        <p:nvSpPr>
          <p:cNvPr id="27" name="Título Recursos disponíveis">
            <a:extLst>
              <a:ext uri="{FF2B5EF4-FFF2-40B4-BE49-F238E27FC236}">
                <a16:creationId xmlns:a16="http://schemas.microsoft.com/office/drawing/2014/main" id="{F564FD61-1398-4F89-822C-011B16AEE217}"/>
              </a:ext>
            </a:extLst>
          </p:cNvPr>
          <p:cNvSpPr>
            <a:spLocks noGrp="1"/>
          </p:cNvSpPr>
          <p:nvPr/>
        </p:nvSpPr>
        <p:spPr>
          <a:xfrm>
            <a:off x="8884920" y="2114550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142D49"/>
                </a:solidFill>
              </a:defRPr>
            </a:defPPr>
            <a:lvl1pPr algn="l">
              <a:defRPr sz="1725" b="1">
                <a:solidFill>
                  <a:srgbClr val="142D49"/>
                </a:solidFill>
              </a:defRPr>
            </a:lvl1pPr>
            <a:lvl2pPr algn="l">
              <a:defRPr sz="1725" b="1">
                <a:solidFill>
                  <a:srgbClr val="142D49"/>
                </a:solidFill>
              </a:defRPr>
            </a:lvl2pPr>
            <a:lvl3pPr algn="l">
              <a:defRPr sz="1725" b="1">
                <a:solidFill>
                  <a:srgbClr val="142D49"/>
                </a:solidFill>
              </a:defRPr>
            </a:lvl3pPr>
            <a:lvl4pPr algn="l">
              <a:defRPr sz="1725" b="1">
                <a:solidFill>
                  <a:srgbClr val="142D49"/>
                </a:solidFill>
              </a:defRPr>
            </a:lvl4pPr>
            <a:lvl5pPr algn="l">
              <a:defRPr sz="1725" b="1">
                <a:solidFill>
                  <a:srgbClr val="142D49"/>
                </a:solidFill>
              </a:defRPr>
            </a:lvl5pPr>
            <a:lvl6pPr algn="l">
              <a:defRPr sz="1725" b="1">
                <a:solidFill>
                  <a:srgbClr val="142D49"/>
                </a:solidFill>
              </a:defRPr>
            </a:lvl6pPr>
            <a:lvl7pPr algn="l">
              <a:defRPr sz="1725" b="1">
                <a:solidFill>
                  <a:srgbClr val="142D49"/>
                </a:solidFill>
              </a:defRPr>
            </a:lvl7pPr>
            <a:lvl8pPr algn="l">
              <a:defRPr sz="1725" b="1">
                <a:solidFill>
                  <a:srgbClr val="142D49"/>
                </a:solidFill>
              </a:defRPr>
            </a:lvl8pPr>
            <a:lvl9pPr algn="l">
              <a:defRPr sz="1725" b="1">
                <a:solidFill>
                  <a:srgbClr val="142D49"/>
                </a:solidFill>
              </a:defRPr>
            </a:lvl9pPr>
          </a:lstStyle>
          <a:p>
            <a:pPr algn="l">
              <a:defRPr sz="1725" b="1">
                <a:solidFill>
                  <a:srgbClr val="142D49"/>
                </a:solidFill>
              </a:defRPr>
            </a:pPr>
            <a:r>
              <a:rPr sz="1725" b="1">
                <a:solidFill>
                  <a:srgbClr val="142D49"/>
                </a:solidFill>
              </a:rPr>
              <a:t>Recursos disponíveis</a:t>
            </a:r>
          </a:p>
        </p:txBody>
      </p:sp>
      <p:sp>
        <p:nvSpPr>
          <p:cNvPr id="28" name="Descrição Recursos disponíveis">
            <a:extLst>
              <a:ext uri="{FF2B5EF4-FFF2-40B4-BE49-F238E27FC236}">
                <a16:creationId xmlns:a16="http://schemas.microsoft.com/office/drawing/2014/main" id="{3DF85726-3265-4D68-9460-7E8BF8E6C1DC}"/>
              </a:ext>
            </a:extLst>
          </p:cNvPr>
          <p:cNvSpPr>
            <a:spLocks noGrp="1"/>
          </p:cNvSpPr>
          <p:nvPr/>
        </p:nvSpPr>
        <p:spPr>
          <a:xfrm>
            <a:off x="8427720" y="2600325"/>
            <a:ext cx="3105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5B7087"/>
                </a:solidFill>
              </a:defRPr>
            </a:defPPr>
            <a:lvl1pPr algn="l">
              <a:defRPr sz="1275" b="0">
                <a:solidFill>
                  <a:srgbClr val="5B7087"/>
                </a:solidFill>
              </a:defRPr>
            </a:lvl1pPr>
            <a:lvl2pPr algn="l">
              <a:defRPr sz="1275" b="0">
                <a:solidFill>
                  <a:srgbClr val="5B7087"/>
                </a:solidFill>
              </a:defRPr>
            </a:lvl2pPr>
            <a:lvl3pPr algn="l">
              <a:defRPr sz="1275" b="0">
                <a:solidFill>
                  <a:srgbClr val="5B7087"/>
                </a:solidFill>
              </a:defRPr>
            </a:lvl3pPr>
            <a:lvl4pPr algn="l">
              <a:defRPr sz="1275" b="0">
                <a:solidFill>
                  <a:srgbClr val="5B7087"/>
                </a:solidFill>
              </a:defRPr>
            </a:lvl4pPr>
            <a:lvl5pPr algn="l">
              <a:defRPr sz="1275" b="0">
                <a:solidFill>
                  <a:srgbClr val="5B7087"/>
                </a:solidFill>
              </a:defRPr>
            </a:lvl5pPr>
            <a:lvl6pPr algn="l">
              <a:defRPr sz="1275" b="0">
                <a:solidFill>
                  <a:srgbClr val="5B7087"/>
                </a:solidFill>
              </a:defRPr>
            </a:lvl6pPr>
            <a:lvl7pPr algn="l">
              <a:defRPr sz="1275" b="0">
                <a:solidFill>
                  <a:srgbClr val="5B7087"/>
                </a:solidFill>
              </a:defRPr>
            </a:lvl7pPr>
            <a:lvl8pPr algn="l">
              <a:defRPr sz="1275" b="0">
                <a:solidFill>
                  <a:srgbClr val="5B7087"/>
                </a:solidFill>
              </a:defRPr>
            </a:lvl8pPr>
            <a:lvl9pPr algn="l">
              <a:defRPr sz="1275" b="0">
                <a:solidFill>
                  <a:srgbClr val="5B7087"/>
                </a:solidFill>
              </a:defRPr>
            </a:lvl9pPr>
          </a:lstStyle>
          <a:p>
            <a:pPr algn="l">
              <a:defRPr sz="1275" b="0">
                <a:solidFill>
                  <a:srgbClr val="5B7087"/>
                </a:solidFill>
              </a:defRPr>
            </a:pPr>
            <a:r>
              <a:rPr sz="1275" b="0">
                <a:solidFill>
                  <a:srgbClr val="5B7087"/>
                </a:solidFill>
              </a:rPr>
              <a:t>A utilização depende da capacidade da organização.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5915BC4C-1538-4FB5-8EBC-B9F01223CA04}"/>
              </a:ext>
            </a:extLst>
          </p:cNvPr>
          <p:cNvSpPr>
            <a:spLocks noGrp="1"/>
          </p:cNvSpPr>
          <p:nvPr/>
        </p:nvSpPr>
        <p:spPr>
          <a:xfrm>
            <a:off x="8427720" y="3209925"/>
            <a:ext cx="312420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Recursos disponíveis ponto 1">
            <a:extLst>
              <a:ext uri="{FF2B5EF4-FFF2-40B4-BE49-F238E27FC236}">
                <a16:creationId xmlns:a16="http://schemas.microsoft.com/office/drawing/2014/main" id="{32F3E8D6-67C4-432F-AC1A-7FDB4228004A}"/>
              </a:ext>
            </a:extLst>
          </p:cNvPr>
          <p:cNvSpPr>
            <a:spLocks noGrp="1"/>
          </p:cNvSpPr>
          <p:nvPr/>
        </p:nvSpPr>
        <p:spPr>
          <a:xfrm>
            <a:off x="8427720" y="3390900"/>
            <a:ext cx="3105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42D49"/>
                </a:solidFill>
              </a:defRPr>
            </a:defPPr>
            <a:lvl1pPr algn="l">
              <a:defRPr sz="1275" b="1">
                <a:solidFill>
                  <a:srgbClr val="142D49"/>
                </a:solidFill>
              </a:defRPr>
            </a:lvl1pPr>
            <a:lvl2pPr algn="l">
              <a:defRPr sz="1275" b="1">
                <a:solidFill>
                  <a:srgbClr val="142D49"/>
                </a:solidFill>
              </a:defRPr>
            </a:lvl2pPr>
            <a:lvl3pPr algn="l">
              <a:defRPr sz="1275" b="1">
                <a:solidFill>
                  <a:srgbClr val="142D49"/>
                </a:solidFill>
              </a:defRPr>
            </a:lvl3pPr>
            <a:lvl4pPr algn="l">
              <a:defRPr sz="1275" b="1">
                <a:solidFill>
                  <a:srgbClr val="142D49"/>
                </a:solidFill>
              </a:defRPr>
            </a:lvl4pPr>
            <a:lvl5pPr algn="l">
              <a:defRPr sz="1275" b="1">
                <a:solidFill>
                  <a:srgbClr val="142D49"/>
                </a:solidFill>
              </a:defRPr>
            </a:lvl5pPr>
            <a:lvl6pPr algn="l">
              <a:defRPr sz="1275" b="1">
                <a:solidFill>
                  <a:srgbClr val="142D49"/>
                </a:solidFill>
              </a:defRPr>
            </a:lvl6pPr>
            <a:lvl7pPr algn="l">
              <a:defRPr sz="1275" b="1">
                <a:solidFill>
                  <a:srgbClr val="142D49"/>
                </a:solidFill>
              </a:defRPr>
            </a:lvl7pPr>
            <a:lvl8pPr algn="l">
              <a:defRPr sz="1275" b="1">
                <a:solidFill>
                  <a:srgbClr val="142D49"/>
                </a:solidFill>
              </a:defRPr>
            </a:lvl8pPr>
            <a:lvl9pPr algn="l">
              <a:defRPr sz="1275" b="1">
                <a:solidFill>
                  <a:srgbClr val="142D49"/>
                </a:solidFill>
              </a:defRPr>
            </a:lvl9pPr>
          </a:lstStyle>
          <a:p>
            <a:pPr algn="l">
              <a:defRPr sz="1275" b="1">
                <a:solidFill>
                  <a:srgbClr val="142D49"/>
                </a:solidFill>
              </a:defRPr>
            </a:pPr>
            <a:r>
              <a:rPr sz="1275" b="1">
                <a:solidFill>
                  <a:srgbClr val="142D49"/>
                </a:solidFill>
              </a:rPr>
              <a:t>Capacidade de contacto</a:t>
            </a:r>
          </a:p>
        </p:txBody>
      </p:sp>
      <p:sp>
        <p:nvSpPr>
          <p:cNvPr id="31" name="Recursos disponíveis detalhe 1">
            <a:extLst>
              <a:ext uri="{FF2B5EF4-FFF2-40B4-BE49-F238E27FC236}">
                <a16:creationId xmlns:a16="http://schemas.microsoft.com/office/drawing/2014/main" id="{898DE01E-3206-4CD0-B79C-D515725F1082}"/>
              </a:ext>
            </a:extLst>
          </p:cNvPr>
          <p:cNvSpPr>
            <a:spLocks noGrp="1"/>
          </p:cNvSpPr>
          <p:nvPr/>
        </p:nvSpPr>
        <p:spPr>
          <a:xfrm>
            <a:off x="8427720" y="3629025"/>
            <a:ext cx="3105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5B7087"/>
                </a:solidFill>
              </a:defRPr>
            </a:defPPr>
            <a:lvl1pPr algn="l">
              <a:defRPr sz="1125" b="0">
                <a:solidFill>
                  <a:srgbClr val="5B7087"/>
                </a:solidFill>
              </a:defRPr>
            </a:lvl1pPr>
            <a:lvl2pPr algn="l">
              <a:defRPr sz="1125" b="0">
                <a:solidFill>
                  <a:srgbClr val="5B7087"/>
                </a:solidFill>
              </a:defRPr>
            </a:lvl2pPr>
            <a:lvl3pPr algn="l">
              <a:defRPr sz="1125" b="0">
                <a:solidFill>
                  <a:srgbClr val="5B7087"/>
                </a:solidFill>
              </a:defRPr>
            </a:lvl3pPr>
            <a:lvl4pPr algn="l">
              <a:defRPr sz="1125" b="0">
                <a:solidFill>
                  <a:srgbClr val="5B7087"/>
                </a:solidFill>
              </a:defRPr>
            </a:lvl4pPr>
            <a:lvl5pPr algn="l">
              <a:defRPr sz="1125" b="0">
                <a:solidFill>
                  <a:srgbClr val="5B7087"/>
                </a:solidFill>
              </a:defRPr>
            </a:lvl5pPr>
            <a:lvl6pPr algn="l">
              <a:defRPr sz="1125" b="0">
                <a:solidFill>
                  <a:srgbClr val="5B7087"/>
                </a:solidFill>
              </a:defRPr>
            </a:lvl6pPr>
            <a:lvl7pPr algn="l">
              <a:defRPr sz="1125" b="0">
                <a:solidFill>
                  <a:srgbClr val="5B7087"/>
                </a:solidFill>
              </a:defRPr>
            </a:lvl7pPr>
            <a:lvl8pPr algn="l">
              <a:defRPr sz="1125" b="0">
                <a:solidFill>
                  <a:srgbClr val="5B7087"/>
                </a:solidFill>
              </a:defRPr>
            </a:lvl8pPr>
            <a:lvl9pPr algn="l">
              <a:defRPr sz="1125" b="0">
                <a:solidFill>
                  <a:srgbClr val="5B7087"/>
                </a:solidFill>
              </a:defRPr>
            </a:lvl9pPr>
          </a:lstStyle>
          <a:p>
            <a:pPr algn="l">
              <a:defRPr sz="1125" b="0">
                <a:solidFill>
                  <a:srgbClr val="5B7087"/>
                </a:solidFill>
              </a:defRPr>
            </a:pPr>
            <a:r>
              <a:rPr sz="1125" b="0">
                <a:solidFill>
                  <a:srgbClr val="5B7087"/>
                </a:solidFill>
              </a:rPr>
              <a:t>Volume de candidatos que RH consegue acompanhar</a:t>
            </a:r>
          </a:p>
        </p:txBody>
      </p:sp>
      <p:sp>
        <p:nvSpPr>
          <p:cNvPr id="32" name="Recursos disponíveis ponto 2">
            <a:extLst>
              <a:ext uri="{FF2B5EF4-FFF2-40B4-BE49-F238E27FC236}">
                <a16:creationId xmlns:a16="http://schemas.microsoft.com/office/drawing/2014/main" id="{137F7017-7ACD-4792-95C8-2A4298D0B626}"/>
              </a:ext>
            </a:extLst>
          </p:cNvPr>
          <p:cNvSpPr>
            <a:spLocks noGrp="1"/>
          </p:cNvSpPr>
          <p:nvPr/>
        </p:nvSpPr>
        <p:spPr>
          <a:xfrm>
            <a:off x="8427720" y="4019550"/>
            <a:ext cx="3105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42D49"/>
                </a:solidFill>
              </a:defRPr>
            </a:defPPr>
            <a:lvl1pPr algn="l">
              <a:defRPr sz="1275" b="1">
                <a:solidFill>
                  <a:srgbClr val="142D49"/>
                </a:solidFill>
              </a:defRPr>
            </a:lvl1pPr>
            <a:lvl2pPr algn="l">
              <a:defRPr sz="1275" b="1">
                <a:solidFill>
                  <a:srgbClr val="142D49"/>
                </a:solidFill>
              </a:defRPr>
            </a:lvl2pPr>
            <a:lvl3pPr algn="l">
              <a:defRPr sz="1275" b="1">
                <a:solidFill>
                  <a:srgbClr val="142D49"/>
                </a:solidFill>
              </a:defRPr>
            </a:lvl3pPr>
            <a:lvl4pPr algn="l">
              <a:defRPr sz="1275" b="1">
                <a:solidFill>
                  <a:srgbClr val="142D49"/>
                </a:solidFill>
              </a:defRPr>
            </a:lvl4pPr>
            <a:lvl5pPr algn="l">
              <a:defRPr sz="1275" b="1">
                <a:solidFill>
                  <a:srgbClr val="142D49"/>
                </a:solidFill>
              </a:defRPr>
            </a:lvl5pPr>
            <a:lvl6pPr algn="l">
              <a:defRPr sz="1275" b="1">
                <a:solidFill>
                  <a:srgbClr val="142D49"/>
                </a:solidFill>
              </a:defRPr>
            </a:lvl6pPr>
            <a:lvl7pPr algn="l">
              <a:defRPr sz="1275" b="1">
                <a:solidFill>
                  <a:srgbClr val="142D49"/>
                </a:solidFill>
              </a:defRPr>
            </a:lvl7pPr>
            <a:lvl8pPr algn="l">
              <a:defRPr sz="1275" b="1">
                <a:solidFill>
                  <a:srgbClr val="142D49"/>
                </a:solidFill>
              </a:defRPr>
            </a:lvl8pPr>
            <a:lvl9pPr algn="l">
              <a:defRPr sz="1275" b="1">
                <a:solidFill>
                  <a:srgbClr val="142D49"/>
                </a:solidFill>
              </a:defRPr>
            </a:lvl9pPr>
          </a:lstStyle>
          <a:p>
            <a:pPr algn="l">
              <a:defRPr sz="1275" b="1">
                <a:solidFill>
                  <a:srgbClr val="142D49"/>
                </a:solidFill>
              </a:defRPr>
            </a:pPr>
            <a:r>
              <a:rPr sz="1275" b="1">
                <a:solidFill>
                  <a:srgbClr val="142D49"/>
                </a:solidFill>
              </a:rPr>
              <a:t>Orçamento</a:t>
            </a:r>
          </a:p>
        </p:txBody>
      </p:sp>
      <p:sp>
        <p:nvSpPr>
          <p:cNvPr id="33" name="Recursos disponíveis detalhe 2">
            <a:extLst>
              <a:ext uri="{FF2B5EF4-FFF2-40B4-BE49-F238E27FC236}">
                <a16:creationId xmlns:a16="http://schemas.microsoft.com/office/drawing/2014/main" id="{446D117C-F319-44EF-9FE9-5FED25A5CD26}"/>
              </a:ext>
            </a:extLst>
          </p:cNvPr>
          <p:cNvSpPr>
            <a:spLocks noGrp="1"/>
          </p:cNvSpPr>
          <p:nvPr/>
        </p:nvSpPr>
        <p:spPr>
          <a:xfrm>
            <a:off x="8427720" y="4257675"/>
            <a:ext cx="3105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5B7087"/>
                </a:solidFill>
              </a:defRPr>
            </a:defPPr>
            <a:lvl1pPr algn="l">
              <a:defRPr sz="1125" b="0">
                <a:solidFill>
                  <a:srgbClr val="5B7087"/>
                </a:solidFill>
              </a:defRPr>
            </a:lvl1pPr>
            <a:lvl2pPr algn="l">
              <a:defRPr sz="1125" b="0">
                <a:solidFill>
                  <a:srgbClr val="5B7087"/>
                </a:solidFill>
              </a:defRPr>
            </a:lvl2pPr>
            <a:lvl3pPr algn="l">
              <a:defRPr sz="1125" b="0">
                <a:solidFill>
                  <a:srgbClr val="5B7087"/>
                </a:solidFill>
              </a:defRPr>
            </a:lvl3pPr>
            <a:lvl4pPr algn="l">
              <a:defRPr sz="1125" b="0">
                <a:solidFill>
                  <a:srgbClr val="5B7087"/>
                </a:solidFill>
              </a:defRPr>
            </a:lvl4pPr>
            <a:lvl5pPr algn="l">
              <a:defRPr sz="1125" b="0">
                <a:solidFill>
                  <a:srgbClr val="5B7087"/>
                </a:solidFill>
              </a:defRPr>
            </a:lvl5pPr>
            <a:lvl6pPr algn="l">
              <a:defRPr sz="1125" b="0">
                <a:solidFill>
                  <a:srgbClr val="5B7087"/>
                </a:solidFill>
              </a:defRPr>
            </a:lvl6pPr>
            <a:lvl7pPr algn="l">
              <a:defRPr sz="1125" b="0">
                <a:solidFill>
                  <a:srgbClr val="5B7087"/>
                </a:solidFill>
              </a:defRPr>
            </a:lvl7pPr>
            <a:lvl8pPr algn="l">
              <a:defRPr sz="1125" b="0">
                <a:solidFill>
                  <a:srgbClr val="5B7087"/>
                </a:solidFill>
              </a:defRPr>
            </a:lvl8pPr>
            <a:lvl9pPr algn="l">
              <a:defRPr sz="1125" b="0">
                <a:solidFill>
                  <a:srgbClr val="5B7087"/>
                </a:solidFill>
              </a:defRPr>
            </a:lvl9pPr>
          </a:lstStyle>
          <a:p>
            <a:pPr algn="l">
              <a:defRPr sz="1125" b="0">
                <a:solidFill>
                  <a:srgbClr val="5B7087"/>
                </a:solidFill>
              </a:defRPr>
            </a:pPr>
            <a:r>
              <a:rPr sz="1125" b="0">
                <a:solidFill>
                  <a:srgbClr val="5B7087"/>
                </a:solidFill>
              </a:rPr>
              <a:t>Recursos destinados à operação</a:t>
            </a:r>
          </a:p>
        </p:txBody>
      </p:sp>
      <p:sp>
        <p:nvSpPr>
          <p:cNvPr id="34" name="Síntese">
            <a:extLst>
              <a:ext uri="{FF2B5EF4-FFF2-40B4-BE49-F238E27FC236}">
                <a16:creationId xmlns:a16="http://schemas.microsoft.com/office/drawing/2014/main" id="{40F2E6EB-2E1E-47A4-BB32-086ADB3AB1D5}"/>
              </a:ext>
            </a:extLst>
          </p:cNvPr>
          <p:cNvSpPr>
            <a:spLocks noGrp="1"/>
          </p:cNvSpPr>
          <p:nvPr/>
        </p:nvSpPr>
        <p:spPr>
          <a:xfrm>
            <a:off x="635000" y="5181600"/>
            <a:ext cx="111252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5" name="Rótulo síntese">
            <a:extLst>
              <a:ext uri="{FF2B5EF4-FFF2-40B4-BE49-F238E27FC236}">
                <a16:creationId xmlns:a16="http://schemas.microsoft.com/office/drawing/2014/main" id="{99A7734E-AF5C-4FBC-9030-C788E8C9E4F4}"/>
              </a:ext>
            </a:extLst>
          </p:cNvPr>
          <p:cNvSpPr>
            <a:spLocks noGrp="1"/>
          </p:cNvSpPr>
          <p:nvPr/>
        </p:nvSpPr>
        <p:spPr>
          <a:xfrm>
            <a:off x="863600" y="5353050"/>
            <a:ext cx="3143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3567A0"/>
                </a:solidFill>
              </a:defRPr>
            </a:defPPr>
            <a:lvl1pPr algn="l">
              <a:defRPr sz="1050" b="1">
                <a:solidFill>
                  <a:srgbClr val="3567A0"/>
                </a:solidFill>
              </a:defRPr>
            </a:lvl1pPr>
            <a:lvl2pPr algn="l">
              <a:defRPr sz="1050" b="1">
                <a:solidFill>
                  <a:srgbClr val="3567A0"/>
                </a:solidFill>
              </a:defRPr>
            </a:lvl2pPr>
            <a:lvl3pPr algn="l">
              <a:defRPr sz="1050" b="1">
                <a:solidFill>
                  <a:srgbClr val="3567A0"/>
                </a:solidFill>
              </a:defRPr>
            </a:lvl3pPr>
            <a:lvl4pPr algn="l">
              <a:defRPr sz="1050" b="1">
                <a:solidFill>
                  <a:srgbClr val="3567A0"/>
                </a:solidFill>
              </a:defRPr>
            </a:lvl4pPr>
            <a:lvl5pPr algn="l">
              <a:defRPr sz="1050" b="1">
                <a:solidFill>
                  <a:srgbClr val="3567A0"/>
                </a:solidFill>
              </a:defRPr>
            </a:lvl5pPr>
            <a:lvl6pPr algn="l">
              <a:defRPr sz="1050" b="1">
                <a:solidFill>
                  <a:srgbClr val="3567A0"/>
                </a:solidFill>
              </a:defRPr>
            </a:lvl6pPr>
            <a:lvl7pPr algn="l">
              <a:defRPr sz="1050" b="1">
                <a:solidFill>
                  <a:srgbClr val="3567A0"/>
                </a:solidFill>
              </a:defRPr>
            </a:lvl7pPr>
            <a:lvl8pPr algn="l">
              <a:defRPr sz="1050" b="1">
                <a:solidFill>
                  <a:srgbClr val="3567A0"/>
                </a:solidFill>
              </a:defRPr>
            </a:lvl8pPr>
            <a:lvl9pPr algn="l">
              <a:defRPr sz="1050" b="1">
                <a:solidFill>
                  <a:srgbClr val="3567A0"/>
                </a:solidFill>
              </a:defRPr>
            </a:lvl9pPr>
          </a:lstStyle>
          <a:p>
            <a:pPr algn="l">
              <a:defRPr sz="1050" b="1">
                <a:solidFill>
                  <a:srgbClr val="3567A0"/>
                </a:solidFill>
              </a:defRPr>
            </a:pPr>
            <a:r>
              <a:rPr sz="1050" b="1">
                <a:solidFill>
                  <a:srgbClr val="3567A0"/>
                </a:solidFill>
              </a:rPr>
              <a:t>DECISÃO DE IMPLEMENTAÇÃO</a:t>
            </a:r>
          </a:p>
        </p:txBody>
      </p:sp>
      <p:sp>
        <p:nvSpPr>
          <p:cNvPr id="36" name="Síntese operacional">
            <a:extLst>
              <a:ext uri="{FF2B5EF4-FFF2-40B4-BE49-F238E27FC236}">
                <a16:creationId xmlns:a16="http://schemas.microsoft.com/office/drawing/2014/main" id="{17E88C0B-B65D-4A42-B063-1DCA12A6D756}"/>
              </a:ext>
            </a:extLst>
          </p:cNvPr>
          <p:cNvSpPr>
            <a:spLocks noGrp="1"/>
          </p:cNvSpPr>
          <p:nvPr/>
        </p:nvSpPr>
        <p:spPr>
          <a:xfrm>
            <a:off x="863600" y="5629275"/>
            <a:ext cx="103346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1">
                <a:solidFill>
                  <a:srgbClr val="142D49"/>
                </a:solidFill>
              </a:defRPr>
            </a:defPPr>
            <a:lvl1pPr algn="l">
              <a:defRPr sz="1575" b="1">
                <a:solidFill>
                  <a:srgbClr val="142D49"/>
                </a:solidFill>
              </a:defRPr>
            </a:lvl1pPr>
            <a:lvl2pPr algn="l">
              <a:defRPr sz="1575" b="1">
                <a:solidFill>
                  <a:srgbClr val="142D49"/>
                </a:solidFill>
              </a:defRPr>
            </a:lvl2pPr>
            <a:lvl3pPr algn="l">
              <a:defRPr sz="1575" b="1">
                <a:solidFill>
                  <a:srgbClr val="142D49"/>
                </a:solidFill>
              </a:defRPr>
            </a:lvl3pPr>
            <a:lvl4pPr algn="l">
              <a:defRPr sz="1575" b="1">
                <a:solidFill>
                  <a:srgbClr val="142D49"/>
                </a:solidFill>
              </a:defRPr>
            </a:lvl4pPr>
            <a:lvl5pPr algn="l">
              <a:defRPr sz="1575" b="1">
                <a:solidFill>
                  <a:srgbClr val="142D49"/>
                </a:solidFill>
              </a:defRPr>
            </a:lvl5pPr>
            <a:lvl6pPr algn="l">
              <a:defRPr sz="1575" b="1">
                <a:solidFill>
                  <a:srgbClr val="142D49"/>
                </a:solidFill>
              </a:defRPr>
            </a:lvl6pPr>
            <a:lvl7pPr algn="l">
              <a:defRPr sz="1575" b="1">
                <a:solidFill>
                  <a:srgbClr val="142D49"/>
                </a:solidFill>
              </a:defRPr>
            </a:lvl7pPr>
            <a:lvl8pPr algn="l">
              <a:defRPr sz="1575" b="1">
                <a:solidFill>
                  <a:srgbClr val="142D49"/>
                </a:solidFill>
              </a:defRPr>
            </a:lvl8pPr>
            <a:lvl9pPr algn="l">
              <a:defRPr sz="1575" b="1">
                <a:solidFill>
                  <a:srgbClr val="142D49"/>
                </a:solidFill>
              </a:defRPr>
            </a:lvl9pPr>
          </a:lstStyle>
          <a:p>
            <a:pPr algn="l">
              <a:defRPr sz="1575" b="1">
                <a:solidFill>
                  <a:srgbClr val="142D49"/>
                </a:solidFill>
              </a:defRPr>
            </a:pPr>
            <a:r>
              <a:rPr sz="1575" b="1" dirty="0">
                <a:solidFill>
                  <a:srgbClr val="142D49"/>
                </a:solidFill>
              </a:rPr>
              <a:t>O </a:t>
            </a:r>
            <a:r>
              <a:rPr sz="1575" b="1" dirty="0" err="1">
                <a:solidFill>
                  <a:srgbClr val="142D49"/>
                </a:solidFill>
              </a:rPr>
              <a:t>limiar</a:t>
            </a:r>
            <a:r>
              <a:rPr sz="1575" b="1" dirty="0">
                <a:solidFill>
                  <a:srgbClr val="142D49"/>
                </a:solidFill>
              </a:rPr>
              <a:t> </a:t>
            </a:r>
            <a:r>
              <a:rPr sz="1575" b="1" dirty="0" err="1">
                <a:solidFill>
                  <a:srgbClr val="142D49"/>
                </a:solidFill>
              </a:rPr>
              <a:t>deve</a:t>
            </a:r>
            <a:r>
              <a:rPr sz="1575" b="1" dirty="0">
                <a:solidFill>
                  <a:srgbClr val="142D49"/>
                </a:solidFill>
              </a:rPr>
              <a:t> </a:t>
            </a:r>
            <a:r>
              <a:rPr sz="1575" b="1" dirty="0" err="1">
                <a:solidFill>
                  <a:srgbClr val="142D49"/>
                </a:solidFill>
              </a:rPr>
              <a:t>refletir</a:t>
            </a:r>
            <a:r>
              <a:rPr sz="1575" b="1" dirty="0">
                <a:solidFill>
                  <a:srgbClr val="142D49"/>
                </a:solidFill>
              </a:rPr>
              <a:t> o </a:t>
            </a:r>
            <a:r>
              <a:rPr sz="1575" b="1" dirty="0" err="1">
                <a:solidFill>
                  <a:srgbClr val="142D49"/>
                </a:solidFill>
              </a:rPr>
              <a:t>equilíbrio</a:t>
            </a:r>
            <a:r>
              <a:rPr sz="1575" b="1" dirty="0">
                <a:solidFill>
                  <a:srgbClr val="142D49"/>
                </a:solidFill>
              </a:rPr>
              <a:t> entre </a:t>
            </a:r>
            <a:r>
              <a:rPr sz="1575" b="1" dirty="0" err="1">
                <a:solidFill>
                  <a:srgbClr val="142D49"/>
                </a:solidFill>
              </a:rPr>
              <a:t>falsos</a:t>
            </a:r>
            <a:r>
              <a:rPr sz="1575" b="1" dirty="0">
                <a:solidFill>
                  <a:srgbClr val="142D49"/>
                </a:solidFill>
              </a:rPr>
              <a:t> </a:t>
            </a:r>
            <a:r>
              <a:rPr sz="1575" b="1" dirty="0" err="1">
                <a:solidFill>
                  <a:srgbClr val="142D49"/>
                </a:solidFill>
              </a:rPr>
              <a:t>positivos</a:t>
            </a:r>
            <a:r>
              <a:rPr sz="1575" b="1" dirty="0">
                <a:solidFill>
                  <a:srgbClr val="142D49"/>
                </a:solidFill>
              </a:rPr>
              <a:t>, </a:t>
            </a:r>
            <a:r>
              <a:rPr sz="1575" b="1" dirty="0" err="1">
                <a:solidFill>
                  <a:srgbClr val="142D49"/>
                </a:solidFill>
              </a:rPr>
              <a:t>falsos</a:t>
            </a:r>
            <a:r>
              <a:rPr sz="1575" b="1" dirty="0">
                <a:solidFill>
                  <a:srgbClr val="142D49"/>
                </a:solidFill>
              </a:rPr>
              <a:t> </a:t>
            </a:r>
            <a:r>
              <a:rPr sz="1575" b="1" dirty="0" err="1">
                <a:solidFill>
                  <a:srgbClr val="142D49"/>
                </a:solidFill>
              </a:rPr>
              <a:t>negativos</a:t>
            </a:r>
            <a:r>
              <a:rPr sz="1575" b="1" dirty="0">
                <a:solidFill>
                  <a:srgbClr val="142D49"/>
                </a:solidFill>
              </a:rPr>
              <a:t> e </a:t>
            </a:r>
            <a:r>
              <a:rPr sz="1575" b="1" dirty="0" err="1">
                <a:solidFill>
                  <a:srgbClr val="142D49"/>
                </a:solidFill>
              </a:rPr>
              <a:t>capacidade</a:t>
            </a:r>
            <a:r>
              <a:rPr sz="1575" b="1" dirty="0">
                <a:solidFill>
                  <a:srgbClr val="142D49"/>
                </a:solidFill>
              </a:rPr>
              <a:t> de </a:t>
            </a:r>
            <a:r>
              <a:rPr sz="1575" b="1" dirty="0" err="1">
                <a:solidFill>
                  <a:srgbClr val="142D49"/>
                </a:solidFill>
              </a:rPr>
              <a:t>contacto</a:t>
            </a:r>
            <a:r>
              <a:rPr sz="1575" b="1" dirty="0">
                <a:solidFill>
                  <a:srgbClr val="142D49"/>
                </a:solidFill>
              </a:rPr>
              <a:t>.</a:t>
            </a:r>
            <a:endParaRPr lang="pt-PT" sz="1575" b="1" dirty="0">
              <a:solidFill>
                <a:srgbClr val="142D49"/>
              </a:solidFill>
            </a:endParaRPr>
          </a:p>
          <a:p>
            <a:pPr algn="l">
              <a:defRPr sz="1575" b="1">
                <a:solidFill>
                  <a:srgbClr val="142D49"/>
                </a:solidFill>
              </a:defRPr>
            </a:pPr>
            <a:r>
              <a:rPr lang="pt-PT" dirty="0"/>
              <a:t>Deve ser feita uma análise de Custo / Benefício</a:t>
            </a:r>
            <a:endParaRPr sz="1575" b="1" dirty="0">
              <a:solidFill>
                <a:srgbClr val="142D49"/>
              </a:solidFill>
            </a:endParaRPr>
          </a:p>
        </p:txBody>
      </p:sp>
      <p:sp>
        <p:nvSpPr>
          <p:cNvPr id="37" name="Rodapé">
            <a:extLst>
              <a:ext uri="{FF2B5EF4-FFF2-40B4-BE49-F238E27FC236}">
                <a16:creationId xmlns:a16="http://schemas.microsoft.com/office/drawing/2014/main" id="{9242B95F-C000-4E81-A6B9-0EB5FBB55543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7087"/>
                </a:solidFill>
              </a:defRPr>
            </a:defPPr>
            <a:lvl1pPr algn="l">
              <a:defRPr sz="900" b="0">
                <a:solidFill>
                  <a:srgbClr val="5B7087"/>
                </a:solidFill>
              </a:defRPr>
            </a:lvl1pPr>
            <a:lvl2pPr algn="l">
              <a:defRPr sz="900" b="0">
                <a:solidFill>
                  <a:srgbClr val="5B7087"/>
                </a:solidFill>
              </a:defRPr>
            </a:lvl2pPr>
            <a:lvl3pPr algn="l">
              <a:defRPr sz="900" b="0">
                <a:solidFill>
                  <a:srgbClr val="5B7087"/>
                </a:solidFill>
              </a:defRPr>
            </a:lvl3pPr>
            <a:lvl4pPr algn="l">
              <a:defRPr sz="900" b="0">
                <a:solidFill>
                  <a:srgbClr val="5B7087"/>
                </a:solidFill>
              </a:defRPr>
            </a:lvl4pPr>
            <a:lvl5pPr algn="l">
              <a:defRPr sz="900" b="0">
                <a:solidFill>
                  <a:srgbClr val="5B7087"/>
                </a:solidFill>
              </a:defRPr>
            </a:lvl5pPr>
            <a:lvl6pPr algn="l">
              <a:defRPr sz="900" b="0">
                <a:solidFill>
                  <a:srgbClr val="5B7087"/>
                </a:solidFill>
              </a:defRPr>
            </a:lvl6pPr>
            <a:lvl7pPr algn="l">
              <a:defRPr sz="900" b="0">
                <a:solidFill>
                  <a:srgbClr val="5B7087"/>
                </a:solidFill>
              </a:defRPr>
            </a:lvl7pPr>
            <a:lvl8pPr algn="l">
              <a:defRPr sz="900" b="0">
                <a:solidFill>
                  <a:srgbClr val="5B7087"/>
                </a:solidFill>
              </a:defRPr>
            </a:lvl8pPr>
            <a:lvl9pPr algn="l">
              <a:defRPr sz="900" b="0">
                <a:solidFill>
                  <a:srgbClr val="5B7087"/>
                </a:solidFill>
              </a:defRPr>
            </a:lvl9pPr>
          </a:lstStyle>
          <a:p>
            <a:pPr algn="l">
              <a:defRPr sz="900" b="0">
                <a:solidFill>
                  <a:srgbClr val="5B7087"/>
                </a:solidFill>
              </a:defRPr>
            </a:pPr>
            <a:r>
              <a:rPr sz="900" b="0">
                <a:solidFill>
                  <a:srgbClr val="5B7087"/>
                </a:solidFill>
              </a:rPr>
              <a:t>Projeto RH · Grupo 07</a:t>
            </a:r>
          </a:p>
        </p:txBody>
      </p:sp>
    </p:spTree>
    <p:extLst>
      <p:ext uri="{BB962C8B-B14F-4D97-AF65-F5344CB8AC3E}">
        <p14:creationId xmlns:p14="http://schemas.microsoft.com/office/powerpoint/2010/main" val="1472181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CLUSÃO">
            <a:extLst>
              <a:ext uri="{FF2B5EF4-FFF2-40B4-BE49-F238E27FC236}">
                <a16:creationId xmlns:a16="http://schemas.microsoft.com/office/drawing/2014/main" id="{C41120E6-2880-4C03-A12C-5AB433E7B73E}"/>
              </a:ext>
            </a:extLst>
          </p:cNvPr>
          <p:cNvSpPr>
            <a:spLocks noGrp="1"/>
          </p:cNvSpPr>
          <p:nvPr/>
        </p:nvSpPr>
        <p:spPr>
          <a:xfrm>
            <a:off x="533400" y="338518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pPr>
            <a:r>
              <a:rPr lang="pt-PT" sz="2400" b="1" dirty="0">
                <a:solidFill>
                  <a:srgbClr val="B3CBE2"/>
                </a:solidFill>
                <a:latin typeface="Aptos"/>
                <a:ea typeface="Aptos"/>
                <a:cs typeface="Aptos"/>
              </a:rPr>
              <a:t>PROBLEMA:</a:t>
            </a:r>
            <a:endParaRPr sz="2400" b="1" dirty="0">
              <a:solidFill>
                <a:srgbClr val="B3CBE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Projeto RH · Grupo 07">
            <a:extLst>
              <a:ext uri="{FF2B5EF4-FFF2-40B4-BE49-F238E27FC236}">
                <a16:creationId xmlns:a16="http://schemas.microsoft.com/office/drawing/2014/main" id="{41EE7FD0-22D6-43A9-B619-A755C5D3AA80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3CBE2"/>
                </a:solidFill>
                <a:latin typeface="Aptos"/>
                <a:ea typeface="Aptos"/>
                <a:cs typeface="Aptos"/>
              </a:rPr>
              <a:t>Projeto RH · Grupo 07</a:t>
            </a:r>
          </a:p>
        </p:txBody>
      </p:sp>
      <p:sp>
        <p:nvSpPr>
          <p:cNvPr id="4" name="Sim, com limitações.">
            <a:extLst>
              <a:ext uri="{FF2B5EF4-FFF2-40B4-BE49-F238E27FC236}">
                <a16:creationId xmlns:a16="http://schemas.microsoft.com/office/drawing/2014/main" id="{1A209F24-195D-42AD-9CDB-3E9E3B986A80}"/>
              </a:ext>
            </a:extLst>
          </p:cNvPr>
          <p:cNvSpPr>
            <a:spLocks noGrp="1"/>
          </p:cNvSpPr>
          <p:nvPr/>
        </p:nvSpPr>
        <p:spPr>
          <a:xfrm>
            <a:off x="533400" y="938110"/>
            <a:ext cx="11125200" cy="962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5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5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5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5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5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5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5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5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5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5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5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sz="5475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É possível prever quem procura mudar&#10;a p">
            <a:extLst>
              <a:ext uri="{FF2B5EF4-FFF2-40B4-BE49-F238E27FC236}">
                <a16:creationId xmlns:a16="http://schemas.microsoft.com/office/drawing/2014/main" id="{87CA69E3-0998-0FA0-0967-D57F08559155}"/>
              </a:ext>
            </a:extLst>
          </p:cNvPr>
          <p:cNvSpPr>
            <a:spLocks noGrp="1"/>
          </p:cNvSpPr>
          <p:nvPr/>
        </p:nvSpPr>
        <p:spPr>
          <a:xfrm>
            <a:off x="533400" y="938110"/>
            <a:ext cx="9515272" cy="238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400" b="0">
                <a:solidFill>
                  <a:srgbClr val="BDD1E4"/>
                </a:solidFill>
                <a:latin typeface="Aptos"/>
                <a:ea typeface="Aptos"/>
                <a:cs typeface="Aptos"/>
              </a:defRPr>
            </a:pPr>
            <a:r>
              <a:rPr sz="3200" b="0" i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É </a:t>
            </a:r>
            <a:r>
              <a:rPr sz="3200" b="0" i="1" dirty="0" err="1">
                <a:solidFill>
                  <a:schemeClr val="bg1"/>
                </a:solidFill>
                <a:latin typeface="Aptos"/>
                <a:ea typeface="Aptos"/>
                <a:cs typeface="Aptos"/>
              </a:rPr>
              <a:t>possível</a:t>
            </a:r>
            <a:r>
              <a:rPr sz="3200" b="0" i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 </a:t>
            </a:r>
            <a:r>
              <a:rPr sz="3200" b="0" i="1" dirty="0" err="1">
                <a:solidFill>
                  <a:schemeClr val="bg1"/>
                </a:solidFill>
                <a:latin typeface="Aptos"/>
                <a:ea typeface="Aptos"/>
                <a:cs typeface="Aptos"/>
              </a:rPr>
              <a:t>prever</a:t>
            </a:r>
            <a:r>
              <a:rPr sz="3200" b="0" i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 quem </a:t>
            </a:r>
            <a:r>
              <a:rPr sz="3200" b="0" i="1" dirty="0" err="1">
                <a:solidFill>
                  <a:schemeClr val="bg1"/>
                </a:solidFill>
                <a:latin typeface="Aptos"/>
                <a:ea typeface="Aptos"/>
                <a:cs typeface="Aptos"/>
              </a:rPr>
              <a:t>procura</a:t>
            </a:r>
            <a:r>
              <a:rPr sz="3200" b="0" i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 mudar</a:t>
            </a:r>
            <a:r>
              <a:rPr lang="pt-PT" sz="3200" b="0" i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 de emprego </a:t>
            </a:r>
            <a:r>
              <a:rPr sz="3200" b="0" i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a </a:t>
            </a:r>
            <a:r>
              <a:rPr sz="3200" b="0" i="1" dirty="0" err="1">
                <a:solidFill>
                  <a:schemeClr val="bg1"/>
                </a:solidFill>
                <a:latin typeface="Aptos"/>
                <a:ea typeface="Aptos"/>
                <a:cs typeface="Aptos"/>
              </a:rPr>
              <a:t>partir</a:t>
            </a:r>
            <a:r>
              <a:rPr sz="3200" b="0" i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 </a:t>
            </a:r>
            <a:r>
              <a:rPr lang="pt-PT" sz="3200" b="0" i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de um conjunto de</a:t>
            </a:r>
            <a:r>
              <a:rPr sz="3200" b="0" i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 </a:t>
            </a:r>
            <a:r>
              <a:rPr sz="3200" b="0" i="1" dirty="0" err="1">
                <a:solidFill>
                  <a:schemeClr val="bg1"/>
                </a:solidFill>
                <a:latin typeface="Aptos"/>
                <a:ea typeface="Aptos"/>
                <a:cs typeface="Aptos"/>
              </a:rPr>
              <a:t>características</a:t>
            </a:r>
            <a:r>
              <a:rPr sz="3200" b="0" i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 </a:t>
            </a:r>
            <a:r>
              <a:rPr sz="3200" b="0" i="1" dirty="0" err="1">
                <a:solidFill>
                  <a:schemeClr val="bg1"/>
                </a:solidFill>
                <a:latin typeface="Aptos"/>
                <a:ea typeface="Aptos"/>
                <a:cs typeface="Aptos"/>
              </a:rPr>
              <a:t>conhecidas</a:t>
            </a:r>
            <a:r>
              <a:rPr sz="3200" b="0" i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866043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37D36-1953-5BBE-73D4-5E69AC62A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CLUSÃO">
            <a:extLst>
              <a:ext uri="{FF2B5EF4-FFF2-40B4-BE49-F238E27FC236}">
                <a16:creationId xmlns:a16="http://schemas.microsoft.com/office/drawing/2014/main" id="{213C0F50-5DA5-6CC6-DF59-F48D3E76AD4B}"/>
              </a:ext>
            </a:extLst>
          </p:cNvPr>
          <p:cNvSpPr>
            <a:spLocks noGrp="1"/>
          </p:cNvSpPr>
          <p:nvPr/>
        </p:nvSpPr>
        <p:spPr>
          <a:xfrm>
            <a:off x="533400" y="338518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25" b="1">
                <a:solidFill>
                  <a:srgbClr val="B3CBE2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rgbClr val="B3CBE2"/>
                </a:solidFill>
                <a:latin typeface="Aptos"/>
                <a:ea typeface="Aptos"/>
                <a:cs typeface="Aptos"/>
              </a:rPr>
              <a:t>CONCLUSÃO</a:t>
            </a:r>
          </a:p>
        </p:txBody>
      </p:sp>
      <p:sp>
        <p:nvSpPr>
          <p:cNvPr id="2" name="14">
            <a:extLst>
              <a:ext uri="{FF2B5EF4-FFF2-40B4-BE49-F238E27FC236}">
                <a16:creationId xmlns:a16="http://schemas.microsoft.com/office/drawing/2014/main" id="{F2872D70-9D35-908A-3625-31FB799CC23B}"/>
              </a:ext>
            </a:extLst>
          </p:cNvPr>
          <p:cNvSpPr>
            <a:spLocks noGrp="1"/>
          </p:cNvSpPr>
          <p:nvPr/>
        </p:nvSpPr>
        <p:spPr>
          <a:xfrm>
            <a:off x="11106150" y="276225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r">
              <a:defRPr sz="1125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1125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1125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1125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1125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1125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1125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1125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1125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1125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1125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3CB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" name="Projeto RH · Grupo 07">
            <a:extLst>
              <a:ext uri="{FF2B5EF4-FFF2-40B4-BE49-F238E27FC236}">
                <a16:creationId xmlns:a16="http://schemas.microsoft.com/office/drawing/2014/main" id="{47D015DF-342C-B322-839B-08EA72972291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0">
                <a:solidFill>
                  <a:srgbClr val="B3CB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3CBE2"/>
                </a:solidFill>
                <a:latin typeface="Aptos"/>
                <a:ea typeface="Aptos"/>
                <a:cs typeface="Aptos"/>
              </a:rPr>
              <a:t>Projeto RH · Grupo 07</a:t>
            </a:r>
          </a:p>
        </p:txBody>
      </p:sp>
      <p:sp>
        <p:nvSpPr>
          <p:cNvPr id="4" name="Sim, com limitações.">
            <a:extLst>
              <a:ext uri="{FF2B5EF4-FFF2-40B4-BE49-F238E27FC236}">
                <a16:creationId xmlns:a16="http://schemas.microsoft.com/office/drawing/2014/main" id="{63DB9B8F-8194-E22E-6DA6-13B409E41BA9}"/>
              </a:ext>
            </a:extLst>
          </p:cNvPr>
          <p:cNvSpPr>
            <a:spLocks noGrp="1"/>
          </p:cNvSpPr>
          <p:nvPr/>
        </p:nvSpPr>
        <p:spPr>
          <a:xfrm>
            <a:off x="533400" y="938110"/>
            <a:ext cx="11125200" cy="962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5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5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5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5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5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5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5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5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5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5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5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Sim, com </a:t>
            </a:r>
            <a:r>
              <a:rPr sz="547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limitações</a:t>
            </a:r>
            <a:r>
              <a:rPr sz="54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5" name="Os dados permitem identificar candidatos">
            <a:extLst>
              <a:ext uri="{FF2B5EF4-FFF2-40B4-BE49-F238E27FC236}">
                <a16:creationId xmlns:a16="http://schemas.microsoft.com/office/drawing/2014/main" id="{F03B6482-6556-007A-1774-B0DF65635572}"/>
              </a:ext>
            </a:extLst>
          </p:cNvPr>
          <p:cNvSpPr>
            <a:spLocks noGrp="1"/>
          </p:cNvSpPr>
          <p:nvPr/>
        </p:nvSpPr>
        <p:spPr>
          <a:xfrm>
            <a:off x="542925" y="1766988"/>
            <a:ext cx="10839450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850" b="0">
                <a:solidFill>
                  <a:srgbClr val="C6D8E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850" b="0">
                <a:solidFill>
                  <a:srgbClr val="C6D8E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850" b="0">
                <a:solidFill>
                  <a:srgbClr val="C6D8E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850" b="0">
                <a:solidFill>
                  <a:srgbClr val="C6D8E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850" b="0">
                <a:solidFill>
                  <a:srgbClr val="C6D8E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850" b="0">
                <a:solidFill>
                  <a:srgbClr val="C6D8E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850" b="0">
                <a:solidFill>
                  <a:srgbClr val="C6D8E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850" b="0">
                <a:solidFill>
                  <a:srgbClr val="C6D8E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850" b="0">
                <a:solidFill>
                  <a:srgbClr val="C6D8E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850" b="0">
                <a:solidFill>
                  <a:srgbClr val="C6D8E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0">
                <a:solidFill>
                  <a:srgbClr val="C6D8EA"/>
                </a:solidFill>
                <a:latin typeface="Aptos"/>
                <a:ea typeface="Aptos"/>
                <a:cs typeface="Aptos"/>
              </a:defRPr>
            </a:pPr>
            <a:r>
              <a:rPr sz="2850" b="0" dirty="0">
                <a:solidFill>
                  <a:srgbClr val="C6D8EA"/>
                </a:solidFill>
                <a:latin typeface="Aptos"/>
                <a:ea typeface="Aptos"/>
                <a:cs typeface="Aptos"/>
              </a:rPr>
              <a:t>O</a:t>
            </a:r>
            <a:r>
              <a:rPr lang="pt-PT" sz="2850" b="0" dirty="0">
                <a:solidFill>
                  <a:srgbClr val="C6D8EA"/>
                </a:solidFill>
                <a:latin typeface="Aptos"/>
                <a:ea typeface="Aptos"/>
                <a:cs typeface="Aptos"/>
              </a:rPr>
              <a:t> modelo </a:t>
            </a:r>
            <a:r>
              <a:rPr sz="2850" b="0" dirty="0" err="1">
                <a:solidFill>
                  <a:srgbClr val="C6D8EA"/>
                </a:solidFill>
                <a:latin typeface="Aptos"/>
                <a:ea typeface="Aptos"/>
                <a:cs typeface="Aptos"/>
              </a:rPr>
              <a:t>permite</a:t>
            </a:r>
            <a:r>
              <a:rPr sz="2850" b="0" dirty="0">
                <a:solidFill>
                  <a:srgbClr val="C6D8EA"/>
                </a:solidFill>
                <a:latin typeface="Aptos"/>
                <a:ea typeface="Aptos"/>
                <a:cs typeface="Aptos"/>
              </a:rPr>
              <a:t> </a:t>
            </a:r>
            <a:r>
              <a:rPr sz="2850" b="0" dirty="0" err="1">
                <a:solidFill>
                  <a:srgbClr val="C6D8EA"/>
                </a:solidFill>
                <a:latin typeface="Aptos"/>
                <a:ea typeface="Aptos"/>
                <a:cs typeface="Aptos"/>
              </a:rPr>
              <a:t>identificar</a:t>
            </a:r>
            <a:r>
              <a:rPr sz="2850" b="0" dirty="0">
                <a:solidFill>
                  <a:srgbClr val="C6D8EA"/>
                </a:solidFill>
                <a:latin typeface="Aptos"/>
                <a:ea typeface="Aptos"/>
                <a:cs typeface="Aptos"/>
              </a:rPr>
              <a:t> </a:t>
            </a:r>
            <a:r>
              <a:rPr lang="pt-PT" sz="2850" b="0" dirty="0">
                <a:solidFill>
                  <a:srgbClr val="C6D8EA"/>
                </a:solidFill>
                <a:latin typeface="Aptos"/>
                <a:ea typeface="Aptos"/>
                <a:cs typeface="Aptos"/>
              </a:rPr>
              <a:t>3 em cada 4 </a:t>
            </a:r>
            <a:r>
              <a:rPr sz="2850" b="0" dirty="0" err="1">
                <a:solidFill>
                  <a:srgbClr val="C6D8EA"/>
                </a:solidFill>
                <a:latin typeface="Aptos"/>
                <a:ea typeface="Aptos"/>
                <a:cs typeface="Aptos"/>
              </a:rPr>
              <a:t>candidatos</a:t>
            </a:r>
            <a:r>
              <a:rPr lang="pt-PT" sz="2850" b="0" dirty="0">
                <a:solidFill>
                  <a:srgbClr val="C6D8EA"/>
                </a:solidFill>
                <a:latin typeface="Aptos"/>
                <a:ea typeface="Aptos"/>
                <a:cs typeface="Aptos"/>
              </a:rPr>
              <a:t> </a:t>
            </a:r>
            <a:r>
              <a:rPr sz="2850" b="0" dirty="0">
                <a:solidFill>
                  <a:srgbClr val="C6D8EA"/>
                </a:solidFill>
                <a:latin typeface="Aptos"/>
                <a:ea typeface="Aptos"/>
                <a:cs typeface="Aptos"/>
              </a:rPr>
              <a:t>com </a:t>
            </a:r>
            <a:r>
              <a:rPr sz="2850" b="0" dirty="0" err="1">
                <a:solidFill>
                  <a:srgbClr val="C6D8EA"/>
                </a:solidFill>
                <a:latin typeface="Aptos"/>
                <a:ea typeface="Aptos"/>
                <a:cs typeface="Aptos"/>
              </a:rPr>
              <a:t>maior</a:t>
            </a:r>
            <a:r>
              <a:rPr sz="2850" b="0" dirty="0">
                <a:solidFill>
                  <a:srgbClr val="C6D8EA"/>
                </a:solidFill>
                <a:latin typeface="Aptos"/>
                <a:ea typeface="Aptos"/>
                <a:cs typeface="Aptos"/>
              </a:rPr>
              <a:t> </a:t>
            </a:r>
            <a:r>
              <a:rPr sz="2850" b="0" dirty="0" err="1">
                <a:solidFill>
                  <a:srgbClr val="C6D8EA"/>
                </a:solidFill>
                <a:latin typeface="Aptos"/>
                <a:ea typeface="Aptos"/>
                <a:cs typeface="Aptos"/>
              </a:rPr>
              <a:t>probabilidade</a:t>
            </a:r>
            <a:r>
              <a:rPr sz="2850" b="0" dirty="0">
                <a:solidFill>
                  <a:srgbClr val="C6D8EA"/>
                </a:solidFill>
                <a:latin typeface="Aptos"/>
                <a:ea typeface="Aptos"/>
                <a:cs typeface="Aptos"/>
              </a:rPr>
              <a:t> de </a:t>
            </a:r>
            <a:r>
              <a:rPr sz="2850" b="0" dirty="0" err="1">
                <a:solidFill>
                  <a:srgbClr val="C6D8EA"/>
                </a:solidFill>
                <a:latin typeface="Aptos"/>
                <a:ea typeface="Aptos"/>
                <a:cs typeface="Aptos"/>
              </a:rPr>
              <a:t>muda</a:t>
            </a:r>
            <a:r>
              <a:rPr lang="pt-PT" sz="2850" b="0" dirty="0" err="1">
                <a:solidFill>
                  <a:srgbClr val="C6D8EA"/>
                </a:solidFill>
                <a:latin typeface="Aptos"/>
                <a:ea typeface="Aptos"/>
                <a:cs typeface="Aptos"/>
              </a:rPr>
              <a:t>nça</a:t>
            </a:r>
            <a:r>
              <a:rPr lang="pt-PT" sz="2850" b="0" dirty="0">
                <a:solidFill>
                  <a:srgbClr val="C6D8EA"/>
                </a:solidFill>
                <a:latin typeface="Aptos"/>
                <a:ea typeface="Aptos"/>
                <a:cs typeface="Aptos"/>
              </a:rPr>
              <a:t>, mas apresenta limitações na precisão</a:t>
            </a:r>
            <a:r>
              <a:rPr sz="2850" b="0" dirty="0">
                <a:solidFill>
                  <a:srgbClr val="C6D8E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9A7886-0C56-0CF9-954A-87A1E9F43B36}"/>
              </a:ext>
            </a:extLst>
          </p:cNvPr>
          <p:cNvSpPr>
            <a:spLocks noGrp="1"/>
          </p:cNvSpPr>
          <p:nvPr/>
        </p:nvSpPr>
        <p:spPr>
          <a:xfrm>
            <a:off x="581025" y="2894081"/>
            <a:ext cx="11125200" cy="9525"/>
          </a:xfrm>
          <a:prstGeom prst="rect">
            <a:avLst/>
          </a:prstGeom>
          <a:solidFill>
            <a:srgbClr val="46607B"/>
          </a:solidFill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7" name="O QUE DEMONSTRÁMOS">
            <a:extLst>
              <a:ext uri="{FF2B5EF4-FFF2-40B4-BE49-F238E27FC236}">
                <a16:creationId xmlns:a16="http://schemas.microsoft.com/office/drawing/2014/main" id="{DC89D059-D509-D8A8-C5D0-DEAA2EDE1120}"/>
              </a:ext>
            </a:extLst>
          </p:cNvPr>
          <p:cNvSpPr>
            <a:spLocks noGrp="1"/>
          </p:cNvSpPr>
          <p:nvPr/>
        </p:nvSpPr>
        <p:spPr>
          <a:xfrm>
            <a:off x="581025" y="3145631"/>
            <a:ext cx="50958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275" b="1">
                <a:solidFill>
                  <a:srgbClr val="F0B07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1">
                <a:solidFill>
                  <a:srgbClr val="F0B07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1">
                <a:solidFill>
                  <a:srgbClr val="F0B07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1">
                <a:solidFill>
                  <a:srgbClr val="F0B07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1">
                <a:solidFill>
                  <a:srgbClr val="F0B07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1">
                <a:solidFill>
                  <a:srgbClr val="F0B07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1">
                <a:solidFill>
                  <a:srgbClr val="F0B07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1">
                <a:solidFill>
                  <a:srgbClr val="F0B07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1">
                <a:solidFill>
                  <a:srgbClr val="F0B07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1">
                <a:solidFill>
                  <a:srgbClr val="F0B07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75" b="1">
                <a:solidFill>
                  <a:srgbClr val="F0B077"/>
                </a:solidFill>
                <a:latin typeface="Aptos"/>
                <a:ea typeface="Aptos"/>
                <a:cs typeface="Aptos"/>
              </a:defRPr>
            </a:pPr>
            <a:r>
              <a:rPr lang="pt-PT" sz="1400" b="1" dirty="0">
                <a:solidFill>
                  <a:srgbClr val="F0B077"/>
                </a:solidFill>
                <a:latin typeface="Aptos"/>
                <a:ea typeface="Aptos"/>
                <a:cs typeface="Aptos"/>
              </a:rPr>
              <a:t>LIMITAÇÕES</a:t>
            </a:r>
            <a:endParaRPr sz="1400" b="1" dirty="0">
              <a:solidFill>
                <a:srgbClr val="F0B07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O Random Forest liderou na validação.&#10;A ">
            <a:extLst>
              <a:ext uri="{FF2B5EF4-FFF2-40B4-BE49-F238E27FC236}">
                <a16:creationId xmlns:a16="http://schemas.microsoft.com/office/drawing/2014/main" id="{E7B4FC92-18C5-31CC-FC10-DB6B1EAB8A55}"/>
              </a:ext>
            </a:extLst>
          </p:cNvPr>
          <p:cNvSpPr>
            <a:spLocks noGrp="1"/>
          </p:cNvSpPr>
          <p:nvPr/>
        </p:nvSpPr>
        <p:spPr>
          <a:xfrm>
            <a:off x="533400" y="3670922"/>
            <a:ext cx="5392367" cy="224729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pt-PT" sz="1800" dirty="0"/>
              <a:t>A intenção de mudar não representa uma saída efetiva.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pt-PT" sz="1800" dirty="0"/>
              <a:t>O modelo </a:t>
            </a:r>
            <a:r>
              <a:rPr sz="180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gera</a:t>
            </a:r>
            <a:r>
              <a:rPr sz="18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pt-PT" sz="1800" dirty="0"/>
              <a:t>cerca de 50% de </a:t>
            </a:r>
            <a:r>
              <a:rPr sz="180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falsos</a:t>
            </a:r>
            <a:r>
              <a:rPr sz="18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pt-PT" sz="18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positivos e não consegue identificar </a:t>
            </a:r>
            <a:r>
              <a:rPr lang="pt-PT" sz="1800" dirty="0"/>
              <a:t>25% das pessoas com intenção de sair</a:t>
            </a:r>
            <a:endParaRPr lang="pt-PT" sz="1800" b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pt-PT" sz="1800" dirty="0"/>
              <a:t>A qualidade e a completude dos dados condicionam o desempenho do modelo.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pt-PT" sz="1800" b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O PRÓXIMO PASSO">
            <a:extLst>
              <a:ext uri="{FF2B5EF4-FFF2-40B4-BE49-F238E27FC236}">
                <a16:creationId xmlns:a16="http://schemas.microsoft.com/office/drawing/2014/main" id="{7FFF6D29-FFA7-9F92-374D-3D9355CCCB30}"/>
              </a:ext>
            </a:extLst>
          </p:cNvPr>
          <p:cNvSpPr>
            <a:spLocks noGrp="1"/>
          </p:cNvSpPr>
          <p:nvPr/>
        </p:nvSpPr>
        <p:spPr>
          <a:xfrm>
            <a:off x="6332706" y="3145631"/>
            <a:ext cx="5105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275" b="1">
                <a:solidFill>
                  <a:srgbClr val="F0B07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1">
                <a:solidFill>
                  <a:srgbClr val="F0B07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1">
                <a:solidFill>
                  <a:srgbClr val="F0B07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1">
                <a:solidFill>
                  <a:srgbClr val="F0B07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1">
                <a:solidFill>
                  <a:srgbClr val="F0B07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1">
                <a:solidFill>
                  <a:srgbClr val="F0B07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1">
                <a:solidFill>
                  <a:srgbClr val="F0B07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1">
                <a:solidFill>
                  <a:srgbClr val="F0B07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1">
                <a:solidFill>
                  <a:srgbClr val="F0B07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1">
                <a:solidFill>
                  <a:srgbClr val="F0B07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75" b="1">
                <a:solidFill>
                  <a:srgbClr val="F0B077"/>
                </a:solidFill>
                <a:latin typeface="Aptos"/>
                <a:ea typeface="Aptos"/>
                <a:cs typeface="Aptos"/>
              </a:defRPr>
            </a:pPr>
            <a:r>
              <a:rPr lang="pt-PT" sz="1400" b="1" dirty="0">
                <a:solidFill>
                  <a:srgbClr val="F0B077"/>
                </a:solidFill>
                <a:latin typeface="Aptos"/>
                <a:ea typeface="Aptos"/>
                <a:cs typeface="Aptos"/>
              </a:rPr>
              <a:t>RECOMENDAÇÕES</a:t>
            </a:r>
            <a:endParaRPr sz="1400" b="1" dirty="0">
              <a:solidFill>
                <a:srgbClr val="F0B07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Validar com dados novos.&#10;Apoiar o RH com">
            <a:extLst>
              <a:ext uri="{FF2B5EF4-FFF2-40B4-BE49-F238E27FC236}">
                <a16:creationId xmlns:a16="http://schemas.microsoft.com/office/drawing/2014/main" id="{2B22BFEC-2947-D072-81DE-AAA2091A7CF0}"/>
              </a:ext>
            </a:extLst>
          </p:cNvPr>
          <p:cNvSpPr>
            <a:spLocks noGrp="1"/>
          </p:cNvSpPr>
          <p:nvPr/>
        </p:nvSpPr>
        <p:spPr>
          <a:xfrm>
            <a:off x="6266234" y="3645591"/>
            <a:ext cx="5325894" cy="2714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PT" sz="1800" dirty="0"/>
              <a:t>Usar o modelo como apoio e não como decisão unilateral final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PT" sz="1800" dirty="0"/>
              <a:t>Ajustar o limiar de decisão </a:t>
            </a:r>
            <a:r>
              <a:rPr lang="en-US" sz="1800" dirty="0" err="1"/>
              <a:t>em</a:t>
            </a:r>
            <a:r>
              <a:rPr lang="en-US" sz="1800" dirty="0"/>
              <a:t> </a:t>
            </a:r>
            <a:r>
              <a:rPr lang="en-US" sz="1800" dirty="0" err="1"/>
              <a:t>função</a:t>
            </a:r>
            <a:r>
              <a:rPr lang="en-US" sz="1800" dirty="0"/>
              <a:t> dos </a:t>
            </a:r>
            <a:r>
              <a:rPr lang="en-US" sz="1800" dirty="0" err="1"/>
              <a:t>objetivos</a:t>
            </a:r>
            <a:r>
              <a:rPr lang="en-US" sz="1800" dirty="0"/>
              <a:t> e custos dos </a:t>
            </a:r>
            <a:r>
              <a:rPr lang="en-US" sz="1800" dirty="0" err="1"/>
              <a:t>erros</a:t>
            </a:r>
            <a:r>
              <a:rPr lang="en-US" sz="1800" dirty="0"/>
              <a:t> de </a:t>
            </a:r>
            <a:r>
              <a:rPr lang="en-US" sz="1800" dirty="0" err="1"/>
              <a:t>previsão</a:t>
            </a:r>
            <a:endParaRPr lang="pt-PT" sz="18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PT" sz="1800" dirty="0"/>
              <a:t>Reforçar o processo de recolha de dados, com prioridade nas variáveis mais importantes</a:t>
            </a:r>
          </a:p>
        </p:txBody>
      </p:sp>
    </p:spTree>
    <p:extLst>
      <p:ext uri="{BB962C8B-B14F-4D97-AF65-F5344CB8AC3E}">
        <p14:creationId xmlns:p14="http://schemas.microsoft.com/office/powerpoint/2010/main" val="331185959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2771</Words>
  <Application>Microsoft Office PowerPoint</Application>
  <DocSecurity>0</DocSecurity>
  <PresentationFormat>Widescreen</PresentationFormat>
  <Paragraphs>380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Segoe UI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Miguel Carvalho</cp:lastModifiedBy>
  <cp:revision>4</cp:revision>
  <dcterms:created xsi:type="dcterms:W3CDTF">2026-10-22T00:39:19Z</dcterms:created>
  <dcterms:modified xsi:type="dcterms:W3CDTF">2026-10-22T16:05:54Z</dcterms:modified>
</cp:coreProperties>
</file>